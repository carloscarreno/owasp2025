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124.jpg" ContentType="image/jpg"/>
  <Override PartName="/ppt/media/image12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0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257" r:id="rId33"/>
    <p:sldId id="258" r:id="rId34"/>
    <p:sldId id="259" r:id="rId35"/>
    <p:sldId id="260" r:id="rId36"/>
    <p:sldId id="261" r:id="rId37"/>
    <p:sldId id="262" r:id="rId38"/>
    <p:sldId id="263" r:id="rId39"/>
    <p:sldId id="264" r:id="rId40"/>
    <p:sldId id="265" r:id="rId41"/>
    <p:sldId id="266" r:id="rId42"/>
    <p:sldId id="267" r:id="rId43"/>
    <p:sldId id="268" r:id="rId44"/>
    <p:sldId id="269" r:id="rId45"/>
    <p:sldId id="270" r:id="rId46"/>
    <p:sldId id="271" r:id="rId47"/>
    <p:sldId id="309" r:id="rId48"/>
    <p:sldId id="307" r:id="rId49"/>
    <p:sldId id="272" r:id="rId50"/>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0ri5x3ztgP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hSQf3hUx9J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Dk-ZqQ-bfy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17.xml.rels><?xml version="1.0" encoding="UTF-8" standalone="yes"?>
<Relationships xmlns="http://schemas.openxmlformats.org/package/2006/relationships"><Relationship Id="rId26" Type="http://schemas.openxmlformats.org/officeDocument/2006/relationships/image" Target="../media/image58.png"/><Relationship Id="rId21" Type="http://schemas.openxmlformats.org/officeDocument/2006/relationships/image" Target="../media/image53.png"/><Relationship Id="rId42" Type="http://schemas.openxmlformats.org/officeDocument/2006/relationships/image" Target="../media/image74.png"/><Relationship Id="rId47" Type="http://schemas.openxmlformats.org/officeDocument/2006/relationships/image" Target="../media/image79.png"/><Relationship Id="rId63" Type="http://schemas.openxmlformats.org/officeDocument/2006/relationships/image" Target="../media/image95.png"/><Relationship Id="rId68" Type="http://schemas.openxmlformats.org/officeDocument/2006/relationships/image" Target="../media/image100.png"/><Relationship Id="rId84" Type="http://schemas.openxmlformats.org/officeDocument/2006/relationships/image" Target="../media/image116.png"/><Relationship Id="rId89" Type="http://schemas.openxmlformats.org/officeDocument/2006/relationships/image" Target="../media/image121.png"/><Relationship Id="rId16" Type="http://schemas.openxmlformats.org/officeDocument/2006/relationships/image" Target="../media/image48.png"/><Relationship Id="rId11" Type="http://schemas.openxmlformats.org/officeDocument/2006/relationships/image" Target="../media/image43.png"/><Relationship Id="rId32" Type="http://schemas.openxmlformats.org/officeDocument/2006/relationships/image" Target="../media/image64.png"/><Relationship Id="rId37" Type="http://schemas.openxmlformats.org/officeDocument/2006/relationships/image" Target="../media/image69.png"/><Relationship Id="rId53" Type="http://schemas.openxmlformats.org/officeDocument/2006/relationships/image" Target="../media/image85.png"/><Relationship Id="rId58" Type="http://schemas.openxmlformats.org/officeDocument/2006/relationships/image" Target="../media/image90.png"/><Relationship Id="rId74" Type="http://schemas.openxmlformats.org/officeDocument/2006/relationships/image" Target="../media/image106.png"/><Relationship Id="rId79" Type="http://schemas.openxmlformats.org/officeDocument/2006/relationships/image" Target="../media/image111.png"/><Relationship Id="rId5" Type="http://schemas.openxmlformats.org/officeDocument/2006/relationships/image" Target="../media/image37.png"/><Relationship Id="rId90" Type="http://schemas.openxmlformats.org/officeDocument/2006/relationships/image" Target="../media/image122.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 Id="rId35" Type="http://schemas.openxmlformats.org/officeDocument/2006/relationships/image" Target="../media/image67.png"/><Relationship Id="rId43" Type="http://schemas.openxmlformats.org/officeDocument/2006/relationships/image" Target="../media/image75.png"/><Relationship Id="rId48" Type="http://schemas.openxmlformats.org/officeDocument/2006/relationships/image" Target="../media/image80.png"/><Relationship Id="rId56" Type="http://schemas.openxmlformats.org/officeDocument/2006/relationships/image" Target="../media/image88.png"/><Relationship Id="rId64" Type="http://schemas.openxmlformats.org/officeDocument/2006/relationships/image" Target="../media/image96.png"/><Relationship Id="rId69" Type="http://schemas.openxmlformats.org/officeDocument/2006/relationships/image" Target="../media/image101.png"/><Relationship Id="rId77" Type="http://schemas.openxmlformats.org/officeDocument/2006/relationships/image" Target="../media/image109.png"/><Relationship Id="rId8" Type="http://schemas.openxmlformats.org/officeDocument/2006/relationships/image" Target="../media/image40.png"/><Relationship Id="rId51" Type="http://schemas.openxmlformats.org/officeDocument/2006/relationships/image" Target="../media/image83.png"/><Relationship Id="rId72" Type="http://schemas.openxmlformats.org/officeDocument/2006/relationships/image" Target="../media/image104.png"/><Relationship Id="rId80" Type="http://schemas.openxmlformats.org/officeDocument/2006/relationships/image" Target="../media/image112.png"/><Relationship Id="rId85" Type="http://schemas.openxmlformats.org/officeDocument/2006/relationships/image" Target="../media/image117.png"/><Relationship Id="rId3" Type="http://schemas.openxmlformats.org/officeDocument/2006/relationships/image" Target="../media/image35.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33" Type="http://schemas.openxmlformats.org/officeDocument/2006/relationships/image" Target="../media/image65.png"/><Relationship Id="rId38" Type="http://schemas.openxmlformats.org/officeDocument/2006/relationships/image" Target="../media/image70.png"/><Relationship Id="rId46" Type="http://schemas.openxmlformats.org/officeDocument/2006/relationships/image" Target="../media/image78.png"/><Relationship Id="rId59" Type="http://schemas.openxmlformats.org/officeDocument/2006/relationships/image" Target="../media/image91.png"/><Relationship Id="rId67" Type="http://schemas.openxmlformats.org/officeDocument/2006/relationships/image" Target="../media/image99.png"/><Relationship Id="rId20" Type="http://schemas.openxmlformats.org/officeDocument/2006/relationships/image" Target="../media/image52.png"/><Relationship Id="rId41" Type="http://schemas.openxmlformats.org/officeDocument/2006/relationships/image" Target="../media/image73.png"/><Relationship Id="rId54" Type="http://schemas.openxmlformats.org/officeDocument/2006/relationships/image" Target="../media/image86.png"/><Relationship Id="rId62" Type="http://schemas.openxmlformats.org/officeDocument/2006/relationships/image" Target="../media/image94.png"/><Relationship Id="rId70" Type="http://schemas.openxmlformats.org/officeDocument/2006/relationships/image" Target="../media/image102.png"/><Relationship Id="rId75" Type="http://schemas.openxmlformats.org/officeDocument/2006/relationships/image" Target="../media/image107.png"/><Relationship Id="rId83" Type="http://schemas.openxmlformats.org/officeDocument/2006/relationships/image" Target="../media/image115.png"/><Relationship Id="rId88" Type="http://schemas.openxmlformats.org/officeDocument/2006/relationships/image" Target="../media/image120.png"/><Relationship Id="rId91"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38.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36" Type="http://schemas.openxmlformats.org/officeDocument/2006/relationships/image" Target="../media/image68.png"/><Relationship Id="rId49" Type="http://schemas.openxmlformats.org/officeDocument/2006/relationships/image" Target="../media/image81.png"/><Relationship Id="rId57" Type="http://schemas.openxmlformats.org/officeDocument/2006/relationships/image" Target="../media/image89.png"/><Relationship Id="rId10" Type="http://schemas.openxmlformats.org/officeDocument/2006/relationships/image" Target="../media/image42.png"/><Relationship Id="rId31" Type="http://schemas.openxmlformats.org/officeDocument/2006/relationships/image" Target="../media/image63.png"/><Relationship Id="rId44" Type="http://schemas.openxmlformats.org/officeDocument/2006/relationships/image" Target="../media/image76.png"/><Relationship Id="rId52" Type="http://schemas.openxmlformats.org/officeDocument/2006/relationships/image" Target="../media/image84.png"/><Relationship Id="rId60" Type="http://schemas.openxmlformats.org/officeDocument/2006/relationships/image" Target="../media/image92.png"/><Relationship Id="rId65" Type="http://schemas.openxmlformats.org/officeDocument/2006/relationships/image" Target="../media/image97.png"/><Relationship Id="rId73" Type="http://schemas.openxmlformats.org/officeDocument/2006/relationships/image" Target="../media/image105.png"/><Relationship Id="rId78" Type="http://schemas.openxmlformats.org/officeDocument/2006/relationships/image" Target="../media/image110.png"/><Relationship Id="rId81" Type="http://schemas.openxmlformats.org/officeDocument/2006/relationships/image" Target="../media/image113.png"/><Relationship Id="rId86" Type="http://schemas.openxmlformats.org/officeDocument/2006/relationships/image" Target="../media/image118.png"/><Relationship Id="rId4" Type="http://schemas.openxmlformats.org/officeDocument/2006/relationships/image" Target="../media/image36.png"/><Relationship Id="rId9" Type="http://schemas.openxmlformats.org/officeDocument/2006/relationships/image" Target="../media/image41.png"/><Relationship Id="rId13" Type="http://schemas.openxmlformats.org/officeDocument/2006/relationships/image" Target="../media/image45.png"/><Relationship Id="rId18" Type="http://schemas.openxmlformats.org/officeDocument/2006/relationships/image" Target="../media/image50.png"/><Relationship Id="rId39" Type="http://schemas.openxmlformats.org/officeDocument/2006/relationships/image" Target="../media/image71.png"/><Relationship Id="rId34" Type="http://schemas.openxmlformats.org/officeDocument/2006/relationships/image" Target="../media/image66.png"/><Relationship Id="rId50" Type="http://schemas.openxmlformats.org/officeDocument/2006/relationships/image" Target="../media/image82.png"/><Relationship Id="rId55" Type="http://schemas.openxmlformats.org/officeDocument/2006/relationships/image" Target="../media/image87.png"/><Relationship Id="rId76" Type="http://schemas.openxmlformats.org/officeDocument/2006/relationships/image" Target="../media/image108.png"/><Relationship Id="rId7" Type="http://schemas.openxmlformats.org/officeDocument/2006/relationships/image" Target="../media/image39.png"/><Relationship Id="rId71" Type="http://schemas.openxmlformats.org/officeDocument/2006/relationships/image" Target="../media/image103.png"/><Relationship Id="rId92" Type="http://schemas.openxmlformats.org/officeDocument/2006/relationships/image" Target="../media/image124.jpg"/><Relationship Id="rId2" Type="http://schemas.openxmlformats.org/officeDocument/2006/relationships/image" Target="../media/image34.png"/><Relationship Id="rId29" Type="http://schemas.openxmlformats.org/officeDocument/2006/relationships/image" Target="../media/image61.png"/><Relationship Id="rId24" Type="http://schemas.openxmlformats.org/officeDocument/2006/relationships/image" Target="../media/image56.png"/><Relationship Id="rId40" Type="http://schemas.openxmlformats.org/officeDocument/2006/relationships/image" Target="../media/image72.png"/><Relationship Id="rId45" Type="http://schemas.openxmlformats.org/officeDocument/2006/relationships/image" Target="../media/image77.png"/><Relationship Id="rId66" Type="http://schemas.openxmlformats.org/officeDocument/2006/relationships/image" Target="../media/image98.png"/><Relationship Id="rId87" Type="http://schemas.openxmlformats.org/officeDocument/2006/relationships/image" Target="../media/image119.png"/><Relationship Id="rId61" Type="http://schemas.openxmlformats.org/officeDocument/2006/relationships/image" Target="../media/image93.png"/><Relationship Id="rId82" Type="http://schemas.openxmlformats.org/officeDocument/2006/relationships/image" Target="../media/image114.png"/><Relationship Id="rId19"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9" Type="http://schemas.openxmlformats.org/officeDocument/2006/relationships/image" Target="../media/image1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muycomputer.com/2020/12/30/ciberseguridad-en-2020/" TargetMode="External"/><Relationship Id="rId2" Type="http://schemas.openxmlformats.org/officeDocument/2006/relationships/hyperlink" Target="https://www.computing.es/seguridad/noticias/1116703002501/10-ciberataques-mas-grandes-de-decada.1.html" TargetMode="External"/><Relationship Id="rId1" Type="http://schemas.openxmlformats.org/officeDocument/2006/relationships/slideLayout" Target="../slideLayouts/slideLayout2.xml"/><Relationship Id="rId5" Type="http://schemas.openxmlformats.org/officeDocument/2006/relationships/hyperlink" Target="https://unaaldia.hispasec.com/2004/02/un-90-de-las-aplicaciones-web-son-inseguras.html" TargetMode="External"/><Relationship Id="rId4" Type="http://schemas.openxmlformats.org/officeDocument/2006/relationships/hyperlink" Target="https://sofecom.com/ataques-ciberneticos-empresas/"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Introducción</a:t>
            </a:r>
            <a:endParaRPr lang="en-US" dirty="0"/>
          </a:p>
        </p:txBody>
      </p:sp>
      <p:sp>
        <p:nvSpPr>
          <p:cNvPr id="3" name="Marcador de contenido 2"/>
          <p:cNvSpPr>
            <a:spLocks noGrp="1"/>
          </p:cNvSpPr>
          <p:nvPr>
            <p:ph idx="1"/>
          </p:nvPr>
        </p:nvSpPr>
        <p:spPr/>
        <p:txBody>
          <a:bodyPr/>
          <a:lstStyle/>
          <a:p>
            <a:r>
              <a:rPr lang="es-PE" dirty="0" smtClean="0"/>
              <a:t>Casos reales</a:t>
            </a:r>
          </a:p>
          <a:p>
            <a:r>
              <a:rPr lang="es-PE" dirty="0" smtClean="0"/>
              <a:t>Derribando Mitos</a:t>
            </a:r>
          </a:p>
          <a:p>
            <a:r>
              <a:rPr lang="es-PE" dirty="0" smtClean="0"/>
              <a:t>La Seguridad y el SDLC</a:t>
            </a:r>
          </a:p>
          <a:p>
            <a:r>
              <a:rPr lang="es-PE" dirty="0" smtClean="0"/>
              <a:t>Seguridad en el Análisis </a:t>
            </a:r>
          </a:p>
          <a:p>
            <a:r>
              <a:rPr lang="es-PE" dirty="0" smtClean="0"/>
              <a:t>Seguridad en el Diseño</a:t>
            </a:r>
          </a:p>
          <a:p>
            <a:r>
              <a:rPr lang="es-PE" dirty="0" smtClean="0"/>
              <a:t>Seguridad en la Codificación</a:t>
            </a:r>
          </a:p>
          <a:p>
            <a:r>
              <a:rPr lang="es-PE" dirty="0" smtClean="0"/>
              <a:t>Buenas practicas</a:t>
            </a:r>
          </a:p>
          <a:p>
            <a:endParaRPr lang="es-PE" dirty="0" smtClean="0"/>
          </a:p>
          <a:p>
            <a:endParaRPr lang="es-PE" dirty="0" smtClean="0"/>
          </a:p>
          <a:p>
            <a:endParaRPr lang="es-PE" dirty="0" smtClean="0"/>
          </a:p>
          <a:p>
            <a:endParaRPr lang="en-US" dirty="0"/>
          </a:p>
        </p:txBody>
      </p:sp>
    </p:spTree>
    <p:extLst>
      <p:ext uri="{BB962C8B-B14F-4D97-AF65-F5344CB8AC3E}">
        <p14:creationId xmlns:p14="http://schemas.microsoft.com/office/powerpoint/2010/main" val="222027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Casos reales de vulnerabilidades y su impacto</a:t>
            </a:r>
            <a:endParaRPr lang="es-ES" dirty="0"/>
          </a:p>
        </p:txBody>
      </p:sp>
      <p:sp>
        <p:nvSpPr>
          <p:cNvPr id="3" name="Marcador de contenido 2"/>
          <p:cNvSpPr>
            <a:spLocks noGrp="1"/>
          </p:cNvSpPr>
          <p:nvPr>
            <p:ph idx="1"/>
          </p:nvPr>
        </p:nvSpPr>
        <p:spPr/>
        <p:txBody>
          <a:bodyPr>
            <a:normAutofit fontScale="92500" lnSpcReduction="20000"/>
          </a:bodyPr>
          <a:lstStyle/>
          <a:p>
            <a:r>
              <a:rPr lang="es-ES" dirty="0" smtClean="0"/>
              <a:t>WikiLeaks, noviembre del 2010</a:t>
            </a:r>
          </a:p>
          <a:p>
            <a:r>
              <a:rPr lang="es-ES" dirty="0" smtClean="0"/>
              <a:t>Sony PlayStation Network , Abril 2011</a:t>
            </a:r>
          </a:p>
          <a:p>
            <a:r>
              <a:rPr lang="es-ES" dirty="0" smtClean="0"/>
              <a:t>Dropbox, Agosto 2012</a:t>
            </a:r>
          </a:p>
          <a:p>
            <a:r>
              <a:rPr lang="es-ES" dirty="0" smtClean="0"/>
              <a:t>Target, Diciembre 2013</a:t>
            </a:r>
          </a:p>
          <a:p>
            <a:r>
              <a:rPr lang="es-ES" dirty="0" smtClean="0"/>
              <a:t>eBay, Mayo 2014</a:t>
            </a:r>
          </a:p>
          <a:p>
            <a:r>
              <a:rPr lang="es-ES" dirty="0" smtClean="0"/>
              <a:t>Elecciones USA, Diciembre 2015</a:t>
            </a:r>
          </a:p>
          <a:p>
            <a:r>
              <a:rPr lang="es-ES" dirty="0" smtClean="0"/>
              <a:t>Friend Finder, Noviembre 2016</a:t>
            </a:r>
          </a:p>
          <a:p>
            <a:r>
              <a:rPr lang="es-ES" dirty="0" smtClean="0"/>
              <a:t>Uber , Noviembre 2017</a:t>
            </a:r>
          </a:p>
          <a:p>
            <a:r>
              <a:rPr lang="es-ES" dirty="0" smtClean="0"/>
              <a:t>Cambridge Analytica, Marzo 2018</a:t>
            </a:r>
          </a:p>
          <a:p>
            <a:r>
              <a:rPr lang="es-ES" dirty="0" smtClean="0"/>
              <a:t>Facebook, Marzo 2019</a:t>
            </a:r>
          </a:p>
        </p:txBody>
      </p:sp>
    </p:spTree>
    <p:extLst>
      <p:ext uri="{BB962C8B-B14F-4D97-AF65-F5344CB8AC3E}">
        <p14:creationId xmlns:p14="http://schemas.microsoft.com/office/powerpoint/2010/main" val="6368775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Casos reales de vulnerabilidades y su </a:t>
            </a:r>
            <a:r>
              <a:rPr lang="es-ES" dirty="0" smtClean="0"/>
              <a:t>impacto 2020</a:t>
            </a:r>
            <a:endParaRPr lang="es-ES" dirty="0"/>
          </a:p>
        </p:txBody>
      </p:sp>
      <p:sp>
        <p:nvSpPr>
          <p:cNvPr id="3" name="Marcador de contenido 2"/>
          <p:cNvSpPr>
            <a:spLocks noGrp="1"/>
          </p:cNvSpPr>
          <p:nvPr>
            <p:ph idx="1"/>
          </p:nvPr>
        </p:nvSpPr>
        <p:spPr/>
        <p:txBody>
          <a:bodyPr/>
          <a:lstStyle/>
          <a:p>
            <a:r>
              <a:rPr lang="es-ES" dirty="0" err="1" smtClean="0"/>
              <a:t>SolarWinds</a:t>
            </a:r>
            <a:r>
              <a:rPr lang="es-ES" dirty="0" smtClean="0"/>
              <a:t>, </a:t>
            </a:r>
            <a:r>
              <a:rPr lang="es-ES" dirty="0" err="1" smtClean="0"/>
              <a:t>FireEyey</a:t>
            </a:r>
            <a:r>
              <a:rPr lang="es-ES" dirty="0" smtClean="0"/>
              <a:t> otros</a:t>
            </a:r>
          </a:p>
          <a:p>
            <a:r>
              <a:rPr lang="es-ES" dirty="0" smtClean="0"/>
              <a:t>Laboratorios de Vacunas contra el COVID 2019</a:t>
            </a:r>
          </a:p>
          <a:p>
            <a:r>
              <a:rPr lang="es-ES" dirty="0" err="1" smtClean="0"/>
              <a:t>Ransomware</a:t>
            </a:r>
            <a:endParaRPr lang="es-ES" dirty="0" smtClean="0"/>
          </a:p>
          <a:p>
            <a:r>
              <a:rPr lang="es-ES" dirty="0" err="1" smtClean="0"/>
              <a:t>Phishing</a:t>
            </a:r>
            <a:endParaRPr lang="es-ES" dirty="0" smtClean="0"/>
          </a:p>
          <a:p>
            <a:r>
              <a:rPr lang="es-ES" dirty="0" smtClean="0"/>
              <a:t>Twitter</a:t>
            </a:r>
          </a:p>
          <a:p>
            <a:r>
              <a:rPr lang="es-ES" dirty="0" smtClean="0"/>
              <a:t>Filtración del Código Fuente de Windows XP</a:t>
            </a:r>
            <a:endParaRPr lang="es-ES" dirty="0"/>
          </a:p>
        </p:txBody>
      </p:sp>
    </p:spTree>
    <p:extLst>
      <p:ext uri="{BB962C8B-B14F-4D97-AF65-F5344CB8AC3E}">
        <p14:creationId xmlns:p14="http://schemas.microsoft.com/office/powerpoint/2010/main" val="14264944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2023 Que otros ataque podrían ocurrir</a:t>
            </a:r>
            <a:endParaRPr lang="es-ES" dirty="0"/>
          </a:p>
        </p:txBody>
      </p:sp>
      <p:pic>
        <p:nvPicPr>
          <p:cNvPr id="4" name="0ri5x3ztgPY"/>
          <p:cNvPicPr>
            <a:picLocks noGrp="1" noRot="1" noChangeAspect="1"/>
          </p:cNvPicPr>
          <p:nvPr>
            <p:ph idx="1"/>
            <a:videoFile r:link="rId1"/>
          </p:nvPr>
        </p:nvPicPr>
        <p:blipFill>
          <a:blip r:embed="rId3"/>
          <a:stretch>
            <a:fillRect/>
          </a:stretch>
        </p:blipFill>
        <p:spPr>
          <a:xfrm>
            <a:off x="1328057" y="1690688"/>
            <a:ext cx="7763692" cy="4367077"/>
          </a:xfrm>
          <a:prstGeom prst="rect">
            <a:avLst/>
          </a:prstGeom>
        </p:spPr>
      </p:pic>
    </p:spTree>
    <p:extLst>
      <p:ext uri="{BB962C8B-B14F-4D97-AF65-F5344CB8AC3E}">
        <p14:creationId xmlns:p14="http://schemas.microsoft.com/office/powerpoint/2010/main" val="26791552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Problemática de las aplicaciones inseguras</a:t>
            </a:r>
          </a:p>
        </p:txBody>
      </p:sp>
      <p:sp>
        <p:nvSpPr>
          <p:cNvPr id="3" name="Marcador de contenido 2"/>
          <p:cNvSpPr>
            <a:spLocks noGrp="1"/>
          </p:cNvSpPr>
          <p:nvPr>
            <p:ph idx="1"/>
          </p:nvPr>
        </p:nvSpPr>
        <p:spPr/>
        <p:txBody>
          <a:bodyPr/>
          <a:lstStyle/>
          <a:p>
            <a:r>
              <a:rPr lang="es-ES" dirty="0" smtClean="0"/>
              <a:t>90% de la aplicaciones web son inseguras [4]</a:t>
            </a:r>
          </a:p>
          <a:p>
            <a:pPr lvl="1"/>
            <a:r>
              <a:rPr lang="es-ES" dirty="0" smtClean="0"/>
              <a:t>Cross-</a:t>
            </a:r>
            <a:r>
              <a:rPr lang="es-ES" dirty="0" err="1" smtClean="0"/>
              <a:t>site</a:t>
            </a:r>
            <a:r>
              <a:rPr lang="es-ES" dirty="0" smtClean="0"/>
              <a:t> 80%</a:t>
            </a:r>
          </a:p>
          <a:p>
            <a:pPr lvl="1"/>
            <a:r>
              <a:rPr lang="es-ES" dirty="0" smtClean="0"/>
              <a:t>Inyección SQL 62%</a:t>
            </a:r>
          </a:p>
          <a:p>
            <a:pPr lvl="1"/>
            <a:r>
              <a:rPr lang="es-ES" dirty="0" smtClean="0"/>
              <a:t>Falsificación de parámetros 60%</a:t>
            </a:r>
          </a:p>
          <a:p>
            <a:r>
              <a:rPr lang="es-ES" dirty="0" smtClean="0"/>
              <a:t>75% de los ataques son a través de las aplicaciones web en internet</a:t>
            </a:r>
            <a:endParaRPr lang="es-ES" dirty="0"/>
          </a:p>
        </p:txBody>
      </p:sp>
    </p:spTree>
    <p:extLst>
      <p:ext uri="{BB962C8B-B14F-4D97-AF65-F5344CB8AC3E}">
        <p14:creationId xmlns:p14="http://schemas.microsoft.com/office/powerpoint/2010/main" val="37295602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Derribando mitos</a:t>
            </a:r>
          </a:p>
        </p:txBody>
      </p:sp>
      <p:sp>
        <p:nvSpPr>
          <p:cNvPr id="3" name="Marcador de contenido 2"/>
          <p:cNvSpPr>
            <a:spLocks noGrp="1"/>
          </p:cNvSpPr>
          <p:nvPr>
            <p:ph idx="1"/>
          </p:nvPr>
        </p:nvSpPr>
        <p:spPr/>
        <p:txBody>
          <a:bodyPr/>
          <a:lstStyle/>
          <a:p>
            <a:r>
              <a:rPr lang="es-ES" dirty="0"/>
              <a:t> </a:t>
            </a:r>
            <a:r>
              <a:rPr lang="es-ES" dirty="0" smtClean="0"/>
              <a:t>El </a:t>
            </a:r>
            <a:r>
              <a:rPr lang="es-ES" dirty="0"/>
              <a:t>uso de las defensas </a:t>
            </a:r>
            <a:r>
              <a:rPr lang="es-ES" dirty="0" smtClean="0"/>
              <a:t>habituales como </a:t>
            </a:r>
            <a:r>
              <a:rPr lang="es-ES" dirty="0">
                <a:solidFill>
                  <a:srgbClr val="00B0F0"/>
                </a:solidFill>
              </a:rPr>
              <a:t>firewalls, detectores de intrusos</a:t>
            </a:r>
            <a:r>
              <a:rPr lang="es-ES" dirty="0"/>
              <a:t>, etc. en la mayoría de </a:t>
            </a:r>
            <a:r>
              <a:rPr lang="es-ES" dirty="0" smtClean="0"/>
              <a:t>los casos </a:t>
            </a:r>
            <a:r>
              <a:rPr lang="es-ES" dirty="0">
                <a:solidFill>
                  <a:srgbClr val="00B0F0"/>
                </a:solidFill>
              </a:rPr>
              <a:t>se muestran ineficientes</a:t>
            </a:r>
            <a:r>
              <a:rPr lang="es-ES" dirty="0" smtClean="0"/>
              <a:t>.</a:t>
            </a:r>
          </a:p>
          <a:p>
            <a:r>
              <a:rPr lang="es-ES" dirty="0" smtClean="0"/>
              <a:t> </a:t>
            </a:r>
            <a:r>
              <a:rPr lang="es-ES" dirty="0"/>
              <a:t>Los atacantes podrán </a:t>
            </a:r>
            <a:r>
              <a:rPr lang="es-ES" dirty="0">
                <a:solidFill>
                  <a:srgbClr val="00B0F0"/>
                </a:solidFill>
              </a:rPr>
              <a:t>acceder a </a:t>
            </a:r>
            <a:r>
              <a:rPr lang="es-ES" dirty="0" smtClean="0">
                <a:solidFill>
                  <a:srgbClr val="00B0F0"/>
                </a:solidFill>
              </a:rPr>
              <a:t>datos de </a:t>
            </a:r>
            <a:r>
              <a:rPr lang="es-ES" dirty="0">
                <a:solidFill>
                  <a:srgbClr val="00B0F0"/>
                </a:solidFill>
              </a:rPr>
              <a:t>usuarios</a:t>
            </a:r>
            <a:r>
              <a:rPr lang="es-ES" dirty="0"/>
              <a:t>, de la empresa, detener sitios web, modificar </a:t>
            </a:r>
            <a:r>
              <a:rPr lang="es-ES" dirty="0" smtClean="0"/>
              <a:t>la información </a:t>
            </a:r>
            <a:r>
              <a:rPr lang="es-ES" dirty="0"/>
              <a:t>del sitio web, e incluso llegar a ejecutar </a:t>
            </a:r>
            <a:r>
              <a:rPr lang="es-ES" dirty="0" smtClean="0"/>
              <a:t>comandos en </a:t>
            </a:r>
            <a:r>
              <a:rPr lang="es-ES" dirty="0"/>
              <a:t>el servidor </a:t>
            </a:r>
            <a:r>
              <a:rPr lang="es-ES" dirty="0">
                <a:solidFill>
                  <a:srgbClr val="00B0F0"/>
                </a:solidFill>
              </a:rPr>
              <a:t>sin ser detectado </a:t>
            </a:r>
            <a:r>
              <a:rPr lang="es-ES" dirty="0"/>
              <a:t>en ningún momento</a:t>
            </a:r>
            <a:r>
              <a:rPr lang="es-ES" dirty="0" smtClean="0"/>
              <a:t>. [4]</a:t>
            </a:r>
            <a:endParaRPr lang="es-ES" dirty="0"/>
          </a:p>
        </p:txBody>
      </p:sp>
    </p:spTree>
    <p:extLst>
      <p:ext uri="{BB962C8B-B14F-4D97-AF65-F5344CB8AC3E}">
        <p14:creationId xmlns:p14="http://schemas.microsoft.com/office/powerpoint/2010/main" val="4945701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¿Se pueden detener los ataques?</a:t>
            </a:r>
            <a:endParaRPr lang="es-ES" dirty="0"/>
          </a:p>
        </p:txBody>
      </p:sp>
      <p:sp>
        <p:nvSpPr>
          <p:cNvPr id="5" name="Marcador de contenido 4"/>
          <p:cNvSpPr>
            <a:spLocks noGrp="1"/>
          </p:cNvSpPr>
          <p:nvPr>
            <p:ph idx="1"/>
          </p:nvPr>
        </p:nvSpPr>
        <p:spPr/>
        <p:txBody>
          <a:bodyPr/>
          <a:lstStyle/>
          <a:p>
            <a:r>
              <a:rPr lang="es-ES" dirty="0">
                <a:hlinkClick r:id="rId2"/>
              </a:rPr>
              <a:t>https://</a:t>
            </a:r>
            <a:r>
              <a:rPr lang="es-ES" dirty="0" smtClean="0">
                <a:hlinkClick r:id="rId2"/>
              </a:rPr>
              <a:t>www.youtube.com/watch?v=hSQf3hUx9J0</a:t>
            </a:r>
            <a:endParaRPr lang="es-ES" dirty="0" smtClean="0"/>
          </a:p>
          <a:p>
            <a:endParaRPr lang="es-ES" dirty="0"/>
          </a:p>
        </p:txBody>
      </p:sp>
      <p:pic>
        <p:nvPicPr>
          <p:cNvPr id="3" name="Imagen 2"/>
          <p:cNvPicPr>
            <a:picLocks noChangeAspect="1"/>
          </p:cNvPicPr>
          <p:nvPr/>
        </p:nvPicPr>
        <p:blipFill>
          <a:blip r:embed="rId3"/>
          <a:stretch>
            <a:fillRect/>
          </a:stretch>
        </p:blipFill>
        <p:spPr>
          <a:xfrm>
            <a:off x="1072923" y="2416765"/>
            <a:ext cx="7227015" cy="3583714"/>
          </a:xfrm>
          <a:prstGeom prst="rect">
            <a:avLst/>
          </a:prstGeom>
        </p:spPr>
      </p:pic>
    </p:spTree>
    <p:extLst>
      <p:ext uri="{BB962C8B-B14F-4D97-AF65-F5344CB8AC3E}">
        <p14:creationId xmlns:p14="http://schemas.microsoft.com/office/powerpoint/2010/main" val="23350246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Tipos de Ataques</a:t>
            </a:r>
            <a:endParaRPr lang="es-ES" dirty="0"/>
          </a:p>
        </p:txBody>
      </p:sp>
      <p:sp>
        <p:nvSpPr>
          <p:cNvPr id="3" name="Marcador de contenido 2"/>
          <p:cNvSpPr>
            <a:spLocks noGrp="1"/>
          </p:cNvSpPr>
          <p:nvPr>
            <p:ph idx="1"/>
          </p:nvPr>
        </p:nvSpPr>
        <p:spPr/>
        <p:txBody>
          <a:bodyPr/>
          <a:lstStyle/>
          <a:p>
            <a:r>
              <a:rPr lang="es-ES" dirty="0">
                <a:hlinkClick r:id="rId2"/>
              </a:rPr>
              <a:t>https://</a:t>
            </a:r>
            <a:r>
              <a:rPr lang="es-ES" dirty="0" smtClean="0">
                <a:hlinkClick r:id="rId2"/>
              </a:rPr>
              <a:t>www.youtube.com/watch?v=Dk-ZqQ-bfy4</a:t>
            </a:r>
            <a:endParaRPr lang="es-ES" dirty="0" smtClean="0"/>
          </a:p>
          <a:p>
            <a:pPr marL="0" indent="0">
              <a:buNone/>
            </a:pPr>
            <a:endParaRPr lang="es-ES" dirty="0"/>
          </a:p>
        </p:txBody>
      </p:sp>
      <p:pic>
        <p:nvPicPr>
          <p:cNvPr id="4" name="Imagen 3"/>
          <p:cNvPicPr>
            <a:picLocks noChangeAspect="1"/>
          </p:cNvPicPr>
          <p:nvPr/>
        </p:nvPicPr>
        <p:blipFill>
          <a:blip r:embed="rId3"/>
          <a:stretch>
            <a:fillRect/>
          </a:stretch>
        </p:blipFill>
        <p:spPr>
          <a:xfrm>
            <a:off x="1063943" y="2433638"/>
            <a:ext cx="7235996" cy="3523849"/>
          </a:xfrm>
          <a:prstGeom prst="rect">
            <a:avLst/>
          </a:prstGeom>
        </p:spPr>
      </p:pic>
    </p:spTree>
    <p:extLst>
      <p:ext uri="{BB962C8B-B14F-4D97-AF65-F5344CB8AC3E}">
        <p14:creationId xmlns:p14="http://schemas.microsoft.com/office/powerpoint/2010/main" val="1321294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Participación de Seguridad Informática en el desarrollo del </a:t>
            </a:r>
            <a:r>
              <a:rPr lang="es-ES" dirty="0" smtClean="0"/>
              <a:t>software</a:t>
            </a:r>
            <a:endParaRPr lang="es-ES" dirty="0"/>
          </a:p>
        </p:txBody>
      </p:sp>
      <p:sp>
        <p:nvSpPr>
          <p:cNvPr id="3" name="Marcador de contenido 2"/>
          <p:cNvSpPr>
            <a:spLocks noGrp="1"/>
          </p:cNvSpPr>
          <p:nvPr>
            <p:ph idx="1"/>
          </p:nvPr>
        </p:nvSpPr>
        <p:spPr/>
        <p:txBody>
          <a:bodyPr/>
          <a:lstStyle/>
          <a:p>
            <a:r>
              <a:rPr lang="es-ES" dirty="0" smtClean="0"/>
              <a:t>¿Que es el SDLC?</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0502" y="2480476"/>
            <a:ext cx="3673384" cy="3696487"/>
          </a:xfrm>
          <a:prstGeom prst="rect">
            <a:avLst/>
          </a:prstGeom>
        </p:spPr>
      </p:pic>
    </p:spTree>
    <p:extLst>
      <p:ext uri="{BB962C8B-B14F-4D97-AF65-F5344CB8AC3E}">
        <p14:creationId xmlns:p14="http://schemas.microsoft.com/office/powerpoint/2010/main" val="27451680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05" dirty="0">
                <a:latin typeface="Trebuchet MS"/>
                <a:cs typeface="Trebuchet MS"/>
              </a:rPr>
              <a:t>Introducción </a:t>
            </a:r>
            <a:r>
              <a:rPr lang="es-ES" spc="260" dirty="0">
                <a:latin typeface="Trebuchet MS"/>
                <a:cs typeface="Trebuchet MS"/>
              </a:rPr>
              <a:t>a </a:t>
            </a:r>
            <a:r>
              <a:rPr lang="es-ES" spc="85" dirty="0">
                <a:latin typeface="Trebuchet MS"/>
                <a:cs typeface="Trebuchet MS"/>
              </a:rPr>
              <a:t>la </a:t>
            </a:r>
            <a:r>
              <a:rPr lang="es-ES" spc="155" dirty="0">
                <a:latin typeface="Trebuchet MS"/>
                <a:cs typeface="Trebuchet MS"/>
              </a:rPr>
              <a:t>seguridad </a:t>
            </a:r>
            <a:r>
              <a:rPr lang="es-ES" spc="40" dirty="0">
                <a:latin typeface="Trebuchet MS"/>
                <a:cs typeface="Trebuchet MS"/>
              </a:rPr>
              <a:t>en </a:t>
            </a:r>
            <a:r>
              <a:rPr lang="es-ES" spc="-65" dirty="0">
                <a:latin typeface="Trebuchet MS"/>
                <a:cs typeface="Trebuchet MS"/>
              </a:rPr>
              <a:t>el</a:t>
            </a:r>
            <a:r>
              <a:rPr lang="es-ES" spc="545" dirty="0">
                <a:latin typeface="Trebuchet MS"/>
                <a:cs typeface="Trebuchet MS"/>
              </a:rPr>
              <a:t> </a:t>
            </a:r>
            <a:r>
              <a:rPr lang="es-ES" spc="315" dirty="0" smtClean="0">
                <a:latin typeface="Trebuchet MS"/>
                <a:cs typeface="Trebuchet MS"/>
              </a:rPr>
              <a:t>SDLC</a:t>
            </a:r>
            <a:endParaRPr lang="es-ES" dirty="0"/>
          </a:p>
        </p:txBody>
      </p:sp>
      <p:sp>
        <p:nvSpPr>
          <p:cNvPr id="3" name="Marcador de contenido 2"/>
          <p:cNvSpPr>
            <a:spLocks noGrp="1"/>
          </p:cNvSpPr>
          <p:nvPr>
            <p:ph idx="1"/>
          </p:nvPr>
        </p:nvSpPr>
        <p:spPr/>
        <p:txBody>
          <a:bodyPr/>
          <a:lstStyle/>
          <a:p>
            <a:r>
              <a:rPr lang="es-ES" spc="60" dirty="0">
                <a:solidFill>
                  <a:srgbClr val="FFFFFF"/>
                </a:solidFill>
                <a:latin typeface="Trebuchet MS"/>
                <a:cs typeface="Trebuchet MS"/>
              </a:rPr>
              <a:t>Actualmente </a:t>
            </a:r>
            <a:r>
              <a:rPr lang="es-ES" spc="65" dirty="0">
                <a:solidFill>
                  <a:srgbClr val="FFFFFF"/>
                </a:solidFill>
                <a:latin typeface="Trebuchet MS"/>
                <a:cs typeface="Trebuchet MS"/>
              </a:rPr>
              <a:t>la </a:t>
            </a:r>
            <a:r>
              <a:rPr lang="es-ES" spc="125" dirty="0">
                <a:solidFill>
                  <a:srgbClr val="FFFFFF"/>
                </a:solidFill>
                <a:latin typeface="Trebuchet MS"/>
                <a:cs typeface="Trebuchet MS"/>
              </a:rPr>
              <a:t>mayoría </a:t>
            </a:r>
            <a:r>
              <a:rPr lang="es-ES" spc="25" dirty="0">
                <a:solidFill>
                  <a:srgbClr val="FFFFFF"/>
                </a:solidFill>
                <a:latin typeface="Trebuchet MS"/>
                <a:cs typeface="Trebuchet MS"/>
              </a:rPr>
              <a:t>de </a:t>
            </a:r>
            <a:r>
              <a:rPr lang="es-ES" spc="135" dirty="0">
                <a:solidFill>
                  <a:srgbClr val="FFFFFF"/>
                </a:solidFill>
                <a:latin typeface="Trebuchet MS"/>
                <a:cs typeface="Trebuchet MS"/>
              </a:rPr>
              <a:t>los </a:t>
            </a:r>
            <a:r>
              <a:rPr lang="es-ES" spc="150" dirty="0">
                <a:solidFill>
                  <a:srgbClr val="FFFFFF"/>
                </a:solidFill>
                <a:latin typeface="Trebuchet MS"/>
                <a:cs typeface="Trebuchet MS"/>
              </a:rPr>
              <a:t>procesos </a:t>
            </a:r>
            <a:r>
              <a:rPr lang="es-ES" spc="25" dirty="0">
                <a:solidFill>
                  <a:srgbClr val="FFFFFF"/>
                </a:solidFill>
                <a:latin typeface="Trebuchet MS"/>
                <a:cs typeface="Trebuchet MS"/>
              </a:rPr>
              <a:t>de </a:t>
            </a:r>
            <a:r>
              <a:rPr lang="es-ES" spc="100" dirty="0">
                <a:solidFill>
                  <a:srgbClr val="FFFFFF"/>
                </a:solidFill>
                <a:latin typeface="Trebuchet MS"/>
                <a:cs typeface="Trebuchet MS"/>
              </a:rPr>
              <a:t>desarrollo </a:t>
            </a:r>
            <a:r>
              <a:rPr lang="es-ES" spc="110" dirty="0">
                <a:solidFill>
                  <a:srgbClr val="FFFFFF"/>
                </a:solidFill>
                <a:latin typeface="Trebuchet MS"/>
                <a:cs typeface="Trebuchet MS"/>
              </a:rPr>
              <a:t>no </a:t>
            </a:r>
            <a:r>
              <a:rPr lang="es-ES" spc="50" dirty="0">
                <a:solidFill>
                  <a:srgbClr val="FFFFFF"/>
                </a:solidFill>
                <a:latin typeface="Trebuchet MS"/>
                <a:cs typeface="Trebuchet MS"/>
              </a:rPr>
              <a:t>incluyen  </a:t>
            </a:r>
            <a:r>
              <a:rPr lang="es-ES" spc="75" dirty="0">
                <a:solidFill>
                  <a:srgbClr val="FFFFFF"/>
                </a:solidFill>
                <a:latin typeface="Trebuchet MS"/>
                <a:cs typeface="Trebuchet MS"/>
              </a:rPr>
              <a:t>seguridad,</a:t>
            </a:r>
            <a:r>
              <a:rPr lang="es-ES" spc="155" dirty="0">
                <a:solidFill>
                  <a:srgbClr val="FFFFFF"/>
                </a:solidFill>
                <a:latin typeface="Trebuchet MS"/>
                <a:cs typeface="Trebuchet MS"/>
              </a:rPr>
              <a:t> </a:t>
            </a:r>
            <a:r>
              <a:rPr lang="es-ES" spc="130" dirty="0">
                <a:solidFill>
                  <a:srgbClr val="FFFFFF"/>
                </a:solidFill>
                <a:latin typeface="Trebuchet MS"/>
                <a:cs typeface="Trebuchet MS"/>
              </a:rPr>
              <a:t>o</a:t>
            </a:r>
            <a:r>
              <a:rPr lang="es-ES" spc="155" dirty="0">
                <a:solidFill>
                  <a:srgbClr val="FFFFFF"/>
                </a:solidFill>
                <a:latin typeface="Trebuchet MS"/>
                <a:cs typeface="Trebuchet MS"/>
              </a:rPr>
              <a:t> </a:t>
            </a:r>
            <a:r>
              <a:rPr lang="es-ES" spc="30" dirty="0">
                <a:solidFill>
                  <a:srgbClr val="FFFFFF"/>
                </a:solidFill>
                <a:latin typeface="Trebuchet MS"/>
                <a:cs typeface="Trebuchet MS"/>
              </a:rPr>
              <a:t>bien</a:t>
            </a:r>
            <a:r>
              <a:rPr lang="es-ES" spc="160" dirty="0">
                <a:solidFill>
                  <a:srgbClr val="FFFFFF"/>
                </a:solidFill>
                <a:latin typeface="Trebuchet MS"/>
                <a:cs typeface="Trebuchet MS"/>
              </a:rPr>
              <a:t> </a:t>
            </a:r>
            <a:r>
              <a:rPr lang="es-ES" spc="65" dirty="0">
                <a:solidFill>
                  <a:srgbClr val="FFFFFF"/>
                </a:solidFill>
                <a:latin typeface="Trebuchet MS"/>
                <a:cs typeface="Trebuchet MS"/>
              </a:rPr>
              <a:t>la</a:t>
            </a:r>
            <a:r>
              <a:rPr lang="es-ES" spc="155" dirty="0">
                <a:solidFill>
                  <a:srgbClr val="FFFFFF"/>
                </a:solidFill>
                <a:latin typeface="Trebuchet MS"/>
                <a:cs typeface="Trebuchet MS"/>
              </a:rPr>
              <a:t> </a:t>
            </a:r>
            <a:r>
              <a:rPr lang="es-ES" spc="50" dirty="0">
                <a:solidFill>
                  <a:srgbClr val="FFFFFF"/>
                </a:solidFill>
                <a:latin typeface="Trebuchet MS"/>
                <a:cs typeface="Trebuchet MS"/>
              </a:rPr>
              <a:t>incluyen</a:t>
            </a:r>
            <a:r>
              <a:rPr lang="es-ES" spc="160" dirty="0">
                <a:solidFill>
                  <a:srgbClr val="FFFFFF"/>
                </a:solidFill>
                <a:latin typeface="Trebuchet MS"/>
                <a:cs typeface="Trebuchet MS"/>
              </a:rPr>
              <a:t> </a:t>
            </a:r>
            <a:r>
              <a:rPr lang="es-ES" spc="65" dirty="0">
                <a:solidFill>
                  <a:srgbClr val="FFFFFF"/>
                </a:solidFill>
                <a:latin typeface="Trebuchet MS"/>
                <a:cs typeface="Trebuchet MS"/>
              </a:rPr>
              <a:t>al</a:t>
            </a:r>
            <a:r>
              <a:rPr lang="es-ES" spc="160" dirty="0">
                <a:solidFill>
                  <a:srgbClr val="FFFFFF"/>
                </a:solidFill>
                <a:latin typeface="Trebuchet MS"/>
                <a:cs typeface="Trebuchet MS"/>
              </a:rPr>
              <a:t> </a:t>
            </a:r>
            <a:r>
              <a:rPr lang="es-ES" spc="45" dirty="0">
                <a:solidFill>
                  <a:srgbClr val="FFFFFF"/>
                </a:solidFill>
                <a:latin typeface="Trebuchet MS"/>
                <a:cs typeface="Trebuchet MS"/>
              </a:rPr>
              <a:t>final</a:t>
            </a:r>
            <a:r>
              <a:rPr lang="es-ES" spc="155" dirty="0">
                <a:solidFill>
                  <a:srgbClr val="FFFFFF"/>
                </a:solidFill>
                <a:latin typeface="Trebuchet MS"/>
                <a:cs typeface="Trebuchet MS"/>
              </a:rPr>
              <a:t> </a:t>
            </a:r>
            <a:r>
              <a:rPr lang="es-ES" spc="70" dirty="0">
                <a:solidFill>
                  <a:srgbClr val="FFFFFF"/>
                </a:solidFill>
                <a:latin typeface="Trebuchet MS"/>
                <a:cs typeface="Trebuchet MS"/>
              </a:rPr>
              <a:t>(etapa</a:t>
            </a:r>
            <a:r>
              <a:rPr lang="es-ES" spc="155" dirty="0">
                <a:solidFill>
                  <a:srgbClr val="FFFFFF"/>
                </a:solidFill>
                <a:latin typeface="Trebuchet MS"/>
                <a:cs typeface="Trebuchet MS"/>
              </a:rPr>
              <a:t> </a:t>
            </a:r>
            <a:r>
              <a:rPr lang="es-ES" spc="30">
                <a:solidFill>
                  <a:srgbClr val="FFFFFF"/>
                </a:solidFill>
                <a:latin typeface="Trebuchet MS"/>
                <a:cs typeface="Trebuchet MS"/>
              </a:rPr>
              <a:t>de</a:t>
            </a:r>
            <a:r>
              <a:rPr lang="es-ES" spc="160">
                <a:solidFill>
                  <a:srgbClr val="FFFFFF"/>
                </a:solidFill>
                <a:latin typeface="Trebuchet MS"/>
                <a:cs typeface="Trebuchet MS"/>
              </a:rPr>
              <a:t> </a:t>
            </a:r>
            <a:r>
              <a:rPr lang="es-ES" spc="70" smtClean="0">
                <a:solidFill>
                  <a:srgbClr val="FFFFFF"/>
                </a:solidFill>
                <a:latin typeface="Trebuchet MS"/>
                <a:cs typeface="Trebuchet MS"/>
              </a:rPr>
              <a:t>Testing)</a:t>
            </a:r>
            <a:endParaRPr lang="es-ES" dirty="0">
              <a:latin typeface="Trebuchet MS"/>
              <a:cs typeface="Trebuchet MS"/>
            </a:endParaRPr>
          </a:p>
          <a:p>
            <a:r>
              <a:rPr lang="es-ES" spc="95" dirty="0">
                <a:solidFill>
                  <a:srgbClr val="FFFFFF"/>
                </a:solidFill>
                <a:latin typeface="Trebuchet MS"/>
                <a:cs typeface="Trebuchet MS"/>
              </a:rPr>
              <a:t>El </a:t>
            </a:r>
            <a:r>
              <a:rPr lang="es-ES" spc="135" dirty="0">
                <a:solidFill>
                  <a:srgbClr val="FFFFFF"/>
                </a:solidFill>
                <a:latin typeface="Trebuchet MS"/>
                <a:cs typeface="Trebuchet MS"/>
              </a:rPr>
              <a:t>costo </a:t>
            </a:r>
            <a:r>
              <a:rPr lang="es-ES" spc="25" dirty="0">
                <a:solidFill>
                  <a:srgbClr val="FFFFFF"/>
                </a:solidFill>
                <a:latin typeface="Trebuchet MS"/>
                <a:cs typeface="Trebuchet MS"/>
              </a:rPr>
              <a:t>de </a:t>
            </a:r>
            <a:r>
              <a:rPr lang="es-ES" spc="110" dirty="0">
                <a:solidFill>
                  <a:srgbClr val="FFFFFF"/>
                </a:solidFill>
                <a:latin typeface="Trebuchet MS"/>
                <a:cs typeface="Trebuchet MS"/>
              </a:rPr>
              <a:t>solucionar </a:t>
            </a:r>
            <a:r>
              <a:rPr lang="es-ES" spc="155" dirty="0">
                <a:solidFill>
                  <a:srgbClr val="FFFFFF"/>
                </a:solidFill>
                <a:latin typeface="Trebuchet MS"/>
                <a:cs typeface="Trebuchet MS"/>
              </a:rPr>
              <a:t>las </a:t>
            </a:r>
            <a:r>
              <a:rPr lang="es-ES" spc="80" dirty="0">
                <a:solidFill>
                  <a:srgbClr val="FFFFFF"/>
                </a:solidFill>
                <a:latin typeface="Trebuchet MS"/>
                <a:cs typeface="Trebuchet MS"/>
              </a:rPr>
              <a:t>vulnerabilidades </a:t>
            </a:r>
            <a:r>
              <a:rPr lang="es-ES" spc="150" dirty="0">
                <a:solidFill>
                  <a:srgbClr val="FFFFFF"/>
                </a:solidFill>
                <a:latin typeface="Trebuchet MS"/>
                <a:cs typeface="Trebuchet MS"/>
              </a:rPr>
              <a:t>es mayor </a:t>
            </a:r>
            <a:r>
              <a:rPr lang="es-ES" spc="100" dirty="0">
                <a:solidFill>
                  <a:srgbClr val="FFFFFF"/>
                </a:solidFill>
                <a:latin typeface="Trebuchet MS"/>
                <a:cs typeface="Trebuchet MS"/>
              </a:rPr>
              <a:t>cuanto </a:t>
            </a:r>
            <a:r>
              <a:rPr lang="es-ES" spc="204" dirty="0">
                <a:solidFill>
                  <a:srgbClr val="FFFFFF"/>
                </a:solidFill>
                <a:latin typeface="Trebuchet MS"/>
                <a:cs typeface="Trebuchet MS"/>
              </a:rPr>
              <a:t>más  </a:t>
            </a:r>
            <a:r>
              <a:rPr lang="es-ES" spc="85" dirty="0">
                <a:solidFill>
                  <a:srgbClr val="FFFFFF"/>
                </a:solidFill>
                <a:latin typeface="Trebuchet MS"/>
                <a:cs typeface="Trebuchet MS"/>
              </a:rPr>
              <a:t>tarde </a:t>
            </a:r>
            <a:r>
              <a:rPr lang="es-ES" spc="150" dirty="0">
                <a:solidFill>
                  <a:srgbClr val="FFFFFF"/>
                </a:solidFill>
                <a:latin typeface="Trebuchet MS"/>
                <a:cs typeface="Trebuchet MS"/>
              </a:rPr>
              <a:t>se </a:t>
            </a:r>
            <a:r>
              <a:rPr lang="es-ES" spc="55" dirty="0">
                <a:solidFill>
                  <a:srgbClr val="FFFFFF"/>
                </a:solidFill>
                <a:latin typeface="Trebuchet MS"/>
                <a:cs typeface="Trebuchet MS"/>
              </a:rPr>
              <a:t>detectan </a:t>
            </a:r>
            <a:r>
              <a:rPr lang="es-ES" spc="155" dirty="0">
                <a:solidFill>
                  <a:srgbClr val="FFFFFF"/>
                </a:solidFill>
                <a:latin typeface="Trebuchet MS"/>
                <a:cs typeface="Trebuchet MS"/>
              </a:rPr>
              <a:t>las </a:t>
            </a:r>
            <a:r>
              <a:rPr lang="es-ES" spc="165" dirty="0">
                <a:solidFill>
                  <a:srgbClr val="FFFFFF"/>
                </a:solidFill>
                <a:latin typeface="Trebuchet MS"/>
                <a:cs typeface="Trebuchet MS"/>
              </a:rPr>
              <a:t>mismas </a:t>
            </a:r>
            <a:r>
              <a:rPr lang="es-ES" spc="60" dirty="0">
                <a:solidFill>
                  <a:srgbClr val="FFFFFF"/>
                </a:solidFill>
                <a:latin typeface="Trebuchet MS"/>
                <a:cs typeface="Trebuchet MS"/>
              </a:rPr>
              <a:t>(igual </a:t>
            </a:r>
            <a:r>
              <a:rPr lang="es-ES" spc="50" dirty="0">
                <a:solidFill>
                  <a:srgbClr val="FFFFFF"/>
                </a:solidFill>
                <a:latin typeface="Trebuchet MS"/>
                <a:cs typeface="Trebuchet MS"/>
              </a:rPr>
              <a:t>que </a:t>
            </a:r>
            <a:r>
              <a:rPr lang="es-ES" spc="135" dirty="0">
                <a:solidFill>
                  <a:srgbClr val="FFFFFF"/>
                </a:solidFill>
                <a:latin typeface="Trebuchet MS"/>
                <a:cs typeface="Trebuchet MS"/>
              </a:rPr>
              <a:t>los</a:t>
            </a:r>
            <a:r>
              <a:rPr lang="es-ES" spc="515" dirty="0">
                <a:solidFill>
                  <a:srgbClr val="FFFFFF"/>
                </a:solidFill>
                <a:latin typeface="Trebuchet MS"/>
                <a:cs typeface="Trebuchet MS"/>
              </a:rPr>
              <a:t> </a:t>
            </a:r>
            <a:r>
              <a:rPr lang="es-ES" spc="135" dirty="0">
                <a:solidFill>
                  <a:srgbClr val="FFFFFF"/>
                </a:solidFill>
                <a:latin typeface="Trebuchet MS"/>
                <a:cs typeface="Trebuchet MS"/>
              </a:rPr>
              <a:t>bugs)</a:t>
            </a:r>
            <a:endParaRPr lang="es-ES" dirty="0">
              <a:latin typeface="Trebuchet MS"/>
              <a:cs typeface="Trebuchet MS"/>
            </a:endParaRPr>
          </a:p>
          <a:p>
            <a:endParaRPr lang="es-ES" dirty="0"/>
          </a:p>
        </p:txBody>
      </p:sp>
      <p:pic>
        <p:nvPicPr>
          <p:cNvPr id="12" name="Imagen 11"/>
          <p:cNvPicPr>
            <a:picLocks noChangeAspect="1"/>
          </p:cNvPicPr>
          <p:nvPr/>
        </p:nvPicPr>
        <p:blipFill>
          <a:blip r:embed="rId2"/>
          <a:stretch>
            <a:fillRect/>
          </a:stretch>
        </p:blipFill>
        <p:spPr>
          <a:xfrm>
            <a:off x="1240311" y="1825625"/>
            <a:ext cx="9103984" cy="3984332"/>
          </a:xfrm>
          <a:prstGeom prst="rect">
            <a:avLst/>
          </a:prstGeom>
        </p:spPr>
      </p:pic>
    </p:spTree>
    <p:extLst>
      <p:ext uri="{BB962C8B-B14F-4D97-AF65-F5344CB8AC3E}">
        <p14:creationId xmlns:p14="http://schemas.microsoft.com/office/powerpoint/2010/main" val="3737468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La Seguridad y el SDLC</a:t>
            </a:r>
            <a:endParaRPr lang="es-ES" dirty="0"/>
          </a:p>
        </p:txBody>
      </p:sp>
      <p:sp>
        <p:nvSpPr>
          <p:cNvPr id="3" name="Marcador de contenido 2"/>
          <p:cNvSpPr>
            <a:spLocks noGrp="1"/>
          </p:cNvSpPr>
          <p:nvPr>
            <p:ph idx="1"/>
          </p:nvPr>
        </p:nvSpPr>
        <p:spPr/>
        <p:txBody>
          <a:bodyPr>
            <a:normAutofit fontScale="77500" lnSpcReduction="20000"/>
          </a:bodyPr>
          <a:lstStyle/>
          <a:p>
            <a:pPr marL="205740" indent="-193675">
              <a:lnSpc>
                <a:spcPct val="100000"/>
              </a:lnSpc>
              <a:spcBef>
                <a:spcPts val="5"/>
              </a:spcBef>
              <a:buClr>
                <a:schemeClr val="accent6">
                  <a:lumMod val="50000"/>
                </a:schemeClr>
              </a:buClr>
              <a:buFont typeface="Wingdings"/>
              <a:buChar char=""/>
              <a:tabLst>
                <a:tab pos="206375" algn="l"/>
              </a:tabLst>
            </a:pPr>
            <a:r>
              <a:rPr lang="es-ES" spc="140" dirty="0">
                <a:latin typeface="Trebuchet MS"/>
                <a:cs typeface="Trebuchet MS"/>
              </a:rPr>
              <a:t>La </a:t>
            </a:r>
            <a:r>
              <a:rPr lang="es-ES" spc="120" dirty="0">
                <a:latin typeface="Trebuchet MS"/>
                <a:cs typeface="Trebuchet MS"/>
              </a:rPr>
              <a:t>seguridad </a:t>
            </a:r>
            <a:r>
              <a:rPr lang="es-ES" spc="25" dirty="0">
                <a:latin typeface="Trebuchet MS"/>
                <a:cs typeface="Trebuchet MS"/>
              </a:rPr>
              <a:t>de </a:t>
            </a:r>
            <a:r>
              <a:rPr lang="es-ES" spc="65" dirty="0">
                <a:latin typeface="Trebuchet MS"/>
                <a:cs typeface="Trebuchet MS"/>
              </a:rPr>
              <a:t>la </a:t>
            </a:r>
            <a:r>
              <a:rPr lang="es-ES" spc="70" dirty="0">
                <a:latin typeface="Trebuchet MS"/>
                <a:cs typeface="Trebuchet MS"/>
              </a:rPr>
              <a:t>aplicación </a:t>
            </a:r>
            <a:r>
              <a:rPr lang="es-ES" spc="150" dirty="0">
                <a:latin typeface="Trebuchet MS"/>
                <a:cs typeface="Trebuchet MS"/>
              </a:rPr>
              <a:t>es </a:t>
            </a:r>
            <a:r>
              <a:rPr lang="es-ES" spc="110" dirty="0">
                <a:latin typeface="Trebuchet MS"/>
                <a:cs typeface="Trebuchet MS"/>
              </a:rPr>
              <a:t>responsabilidad </a:t>
            </a:r>
            <a:r>
              <a:rPr lang="es-ES" dirty="0">
                <a:latin typeface="Trebuchet MS"/>
                <a:cs typeface="Trebuchet MS"/>
              </a:rPr>
              <a:t>del</a:t>
            </a:r>
            <a:r>
              <a:rPr lang="es-ES" spc="20" dirty="0">
                <a:latin typeface="Trebuchet MS"/>
                <a:cs typeface="Trebuchet MS"/>
              </a:rPr>
              <a:t> </a:t>
            </a:r>
            <a:r>
              <a:rPr lang="es-ES" spc="100" dirty="0">
                <a:latin typeface="Trebuchet MS"/>
                <a:cs typeface="Trebuchet MS"/>
              </a:rPr>
              <a:t>programador.</a:t>
            </a:r>
            <a:endParaRPr lang="es-ES" dirty="0">
              <a:latin typeface="Trebuchet MS"/>
              <a:cs typeface="Trebuchet MS"/>
            </a:endParaRPr>
          </a:p>
          <a:p>
            <a:pPr marL="205740" indent="-193675">
              <a:lnSpc>
                <a:spcPct val="100000"/>
              </a:lnSpc>
              <a:spcBef>
                <a:spcPts val="650"/>
              </a:spcBef>
              <a:buClr>
                <a:schemeClr val="accent6">
                  <a:lumMod val="50000"/>
                </a:schemeClr>
              </a:buClr>
              <a:buFont typeface="Wingdings"/>
              <a:buChar char=""/>
              <a:tabLst>
                <a:tab pos="206375" algn="l"/>
              </a:tabLst>
            </a:pPr>
            <a:r>
              <a:rPr lang="es-ES" spc="90" dirty="0">
                <a:latin typeface="Trebuchet MS"/>
                <a:cs typeface="Trebuchet MS"/>
              </a:rPr>
              <a:t>Nadie </a:t>
            </a:r>
            <a:r>
              <a:rPr lang="es-ES" spc="145" dirty="0">
                <a:latin typeface="Trebuchet MS"/>
                <a:cs typeface="Trebuchet MS"/>
              </a:rPr>
              <a:t>sabe </a:t>
            </a:r>
            <a:r>
              <a:rPr lang="es-ES" spc="100" dirty="0">
                <a:latin typeface="Trebuchet MS"/>
                <a:cs typeface="Trebuchet MS"/>
              </a:rPr>
              <a:t>cómo </a:t>
            </a:r>
            <a:r>
              <a:rPr lang="es-ES" spc="35" dirty="0">
                <a:latin typeface="Trebuchet MS"/>
                <a:cs typeface="Trebuchet MS"/>
              </a:rPr>
              <a:t>funciona, </a:t>
            </a:r>
            <a:r>
              <a:rPr lang="es-ES" spc="125" dirty="0">
                <a:latin typeface="Trebuchet MS"/>
                <a:cs typeface="Trebuchet MS"/>
              </a:rPr>
              <a:t>por </a:t>
            </a:r>
            <a:r>
              <a:rPr lang="es-ES" spc="-40" dirty="0">
                <a:latin typeface="Trebuchet MS"/>
                <a:cs typeface="Trebuchet MS"/>
              </a:rPr>
              <a:t>ende, </a:t>
            </a:r>
            <a:r>
              <a:rPr lang="es-ES" spc="110" dirty="0">
                <a:latin typeface="Trebuchet MS"/>
                <a:cs typeface="Trebuchet MS"/>
              </a:rPr>
              <a:t>no </a:t>
            </a:r>
            <a:r>
              <a:rPr lang="es-ES" spc="65" dirty="0">
                <a:latin typeface="Trebuchet MS"/>
                <a:cs typeface="Trebuchet MS"/>
              </a:rPr>
              <a:t>la </a:t>
            </a:r>
            <a:r>
              <a:rPr lang="es-ES" spc="165" dirty="0">
                <a:latin typeface="Trebuchet MS"/>
                <a:cs typeface="Trebuchet MS"/>
              </a:rPr>
              <a:t>van </a:t>
            </a:r>
            <a:r>
              <a:rPr lang="es-ES" spc="195" dirty="0">
                <a:latin typeface="Trebuchet MS"/>
                <a:cs typeface="Trebuchet MS"/>
              </a:rPr>
              <a:t>a</a:t>
            </a:r>
            <a:r>
              <a:rPr lang="es-ES" spc="260" dirty="0">
                <a:latin typeface="Trebuchet MS"/>
                <a:cs typeface="Trebuchet MS"/>
              </a:rPr>
              <a:t> </a:t>
            </a:r>
            <a:r>
              <a:rPr lang="es-ES" spc="70" dirty="0">
                <a:latin typeface="Trebuchet MS"/>
                <a:cs typeface="Trebuchet MS"/>
              </a:rPr>
              <a:t>atacar.</a:t>
            </a:r>
            <a:endParaRPr lang="es-ES" dirty="0">
              <a:latin typeface="Trebuchet MS"/>
              <a:cs typeface="Trebuchet MS"/>
            </a:endParaRPr>
          </a:p>
          <a:p>
            <a:pPr marL="207010" indent="-194945">
              <a:lnSpc>
                <a:spcPct val="100000"/>
              </a:lnSpc>
              <a:spcBef>
                <a:spcPts val="650"/>
              </a:spcBef>
              <a:buClr>
                <a:schemeClr val="accent6">
                  <a:lumMod val="50000"/>
                </a:schemeClr>
              </a:buClr>
              <a:buFont typeface="Wingdings"/>
              <a:buChar char=""/>
              <a:tabLst>
                <a:tab pos="207645" algn="l"/>
              </a:tabLst>
            </a:pPr>
            <a:r>
              <a:rPr lang="es-ES" spc="225" dirty="0">
                <a:latin typeface="Trebuchet MS"/>
                <a:cs typeface="Trebuchet MS"/>
              </a:rPr>
              <a:t>Si </a:t>
            </a:r>
            <a:r>
              <a:rPr lang="es-ES" spc="110" dirty="0">
                <a:latin typeface="Trebuchet MS"/>
                <a:cs typeface="Trebuchet MS"/>
              </a:rPr>
              <a:t>no </a:t>
            </a:r>
            <a:r>
              <a:rPr lang="es-ES" spc="150" dirty="0">
                <a:latin typeface="Trebuchet MS"/>
                <a:cs typeface="Trebuchet MS"/>
              </a:rPr>
              <a:t>se </a:t>
            </a:r>
            <a:r>
              <a:rPr lang="es-ES" spc="95" dirty="0">
                <a:latin typeface="Trebuchet MS"/>
                <a:cs typeface="Trebuchet MS"/>
              </a:rPr>
              <a:t>encontraron </a:t>
            </a:r>
            <a:r>
              <a:rPr lang="es-ES" spc="80" dirty="0">
                <a:latin typeface="Trebuchet MS"/>
                <a:cs typeface="Trebuchet MS"/>
              </a:rPr>
              <a:t>vulnerabilidades </a:t>
            </a:r>
            <a:r>
              <a:rPr lang="es-ES" spc="170" dirty="0">
                <a:latin typeface="Trebuchet MS"/>
                <a:cs typeface="Trebuchet MS"/>
              </a:rPr>
              <a:t>hasta</a:t>
            </a:r>
            <a:r>
              <a:rPr lang="es-ES" spc="280" dirty="0">
                <a:latin typeface="Trebuchet MS"/>
                <a:cs typeface="Trebuchet MS"/>
              </a:rPr>
              <a:t> </a:t>
            </a:r>
            <a:r>
              <a:rPr lang="es-ES" spc="204" dirty="0">
                <a:latin typeface="Trebuchet MS"/>
                <a:cs typeface="Trebuchet MS"/>
              </a:rPr>
              <a:t>ahora…</a:t>
            </a:r>
            <a:endParaRPr lang="es-ES" dirty="0">
              <a:latin typeface="Trebuchet MS"/>
              <a:cs typeface="Trebuchet MS"/>
            </a:endParaRPr>
          </a:p>
          <a:p>
            <a:pPr marL="205740" indent="-193675">
              <a:lnSpc>
                <a:spcPct val="100000"/>
              </a:lnSpc>
              <a:spcBef>
                <a:spcPts val="655"/>
              </a:spcBef>
              <a:buClr>
                <a:schemeClr val="accent6">
                  <a:lumMod val="50000"/>
                </a:schemeClr>
              </a:buClr>
              <a:buFont typeface="Wingdings"/>
              <a:buChar char=""/>
              <a:tabLst>
                <a:tab pos="206375" algn="l"/>
              </a:tabLst>
            </a:pPr>
            <a:r>
              <a:rPr lang="es-ES" spc="235" dirty="0">
                <a:latin typeface="Trebuchet MS"/>
                <a:cs typeface="Trebuchet MS"/>
              </a:rPr>
              <a:t>A </a:t>
            </a:r>
            <a:r>
              <a:rPr lang="es-ES" spc="60" dirty="0">
                <a:latin typeface="Trebuchet MS"/>
                <a:cs typeface="Trebuchet MS"/>
              </a:rPr>
              <a:t>nadie </a:t>
            </a:r>
            <a:r>
              <a:rPr lang="es-ES" spc="-50" dirty="0">
                <a:latin typeface="Trebuchet MS"/>
                <a:cs typeface="Trebuchet MS"/>
              </a:rPr>
              <a:t>le </a:t>
            </a:r>
            <a:r>
              <a:rPr lang="es-ES" spc="90" dirty="0">
                <a:latin typeface="Trebuchet MS"/>
                <a:cs typeface="Trebuchet MS"/>
              </a:rPr>
              <a:t>interesaría </a:t>
            </a:r>
            <a:r>
              <a:rPr lang="es-ES" spc="135" dirty="0">
                <a:latin typeface="Trebuchet MS"/>
                <a:cs typeface="Trebuchet MS"/>
              </a:rPr>
              <a:t>atacar </a:t>
            </a:r>
            <a:r>
              <a:rPr lang="es-ES" spc="125" dirty="0">
                <a:latin typeface="Trebuchet MS"/>
                <a:cs typeface="Trebuchet MS"/>
              </a:rPr>
              <a:t>nuestra</a:t>
            </a:r>
            <a:r>
              <a:rPr lang="es-ES" spc="-65" dirty="0">
                <a:latin typeface="Trebuchet MS"/>
                <a:cs typeface="Trebuchet MS"/>
              </a:rPr>
              <a:t> </a:t>
            </a:r>
            <a:r>
              <a:rPr lang="es-ES" spc="35" dirty="0">
                <a:latin typeface="Trebuchet MS"/>
                <a:cs typeface="Trebuchet MS"/>
              </a:rPr>
              <a:t>aplicación.</a:t>
            </a:r>
            <a:endParaRPr lang="es-ES" dirty="0">
              <a:latin typeface="Trebuchet MS"/>
              <a:cs typeface="Trebuchet MS"/>
            </a:endParaRPr>
          </a:p>
          <a:p>
            <a:pPr marL="205740" indent="-193675">
              <a:lnSpc>
                <a:spcPct val="100000"/>
              </a:lnSpc>
              <a:spcBef>
                <a:spcPts val="655"/>
              </a:spcBef>
              <a:buClr>
                <a:schemeClr val="accent6">
                  <a:lumMod val="50000"/>
                </a:schemeClr>
              </a:buClr>
              <a:buFont typeface="Wingdings"/>
              <a:buChar char=""/>
              <a:tabLst>
                <a:tab pos="206375" algn="l"/>
              </a:tabLst>
            </a:pPr>
            <a:r>
              <a:rPr lang="es-ES" spc="140" dirty="0">
                <a:latin typeface="Trebuchet MS"/>
                <a:cs typeface="Trebuchet MS"/>
              </a:rPr>
              <a:t>La </a:t>
            </a:r>
            <a:r>
              <a:rPr lang="es-ES" spc="70" dirty="0">
                <a:latin typeface="Trebuchet MS"/>
                <a:cs typeface="Trebuchet MS"/>
              </a:rPr>
              <a:t>aplicación </a:t>
            </a:r>
            <a:r>
              <a:rPr lang="es-ES" spc="150" dirty="0">
                <a:latin typeface="Trebuchet MS"/>
                <a:cs typeface="Trebuchet MS"/>
              </a:rPr>
              <a:t>es </a:t>
            </a:r>
            <a:r>
              <a:rPr lang="es-ES" spc="155" dirty="0">
                <a:latin typeface="Trebuchet MS"/>
                <a:cs typeface="Trebuchet MS"/>
              </a:rPr>
              <a:t>segura </a:t>
            </a:r>
            <a:r>
              <a:rPr lang="es-ES" spc="85" dirty="0">
                <a:latin typeface="Trebuchet MS"/>
                <a:cs typeface="Trebuchet MS"/>
              </a:rPr>
              <a:t>porque corre </a:t>
            </a:r>
            <a:r>
              <a:rPr lang="es-ES" spc="125" dirty="0">
                <a:latin typeface="Trebuchet MS"/>
                <a:cs typeface="Trebuchet MS"/>
              </a:rPr>
              <a:t>detrás </a:t>
            </a:r>
            <a:r>
              <a:rPr lang="es-ES" spc="25" dirty="0">
                <a:latin typeface="Trebuchet MS"/>
                <a:cs typeface="Trebuchet MS"/>
              </a:rPr>
              <a:t>de </a:t>
            </a:r>
            <a:r>
              <a:rPr lang="es-ES" spc="95" dirty="0">
                <a:latin typeface="Trebuchet MS"/>
                <a:cs typeface="Trebuchet MS"/>
              </a:rPr>
              <a:t>un</a:t>
            </a:r>
            <a:r>
              <a:rPr lang="es-ES" spc="565" dirty="0">
                <a:latin typeface="Trebuchet MS"/>
                <a:cs typeface="Trebuchet MS"/>
              </a:rPr>
              <a:t> </a:t>
            </a:r>
            <a:r>
              <a:rPr lang="es-ES" spc="10" dirty="0">
                <a:latin typeface="Trebuchet MS"/>
                <a:cs typeface="Trebuchet MS"/>
              </a:rPr>
              <a:t>firewall.</a:t>
            </a:r>
            <a:endParaRPr lang="es-ES" dirty="0">
              <a:latin typeface="Trebuchet MS"/>
              <a:cs typeface="Trebuchet MS"/>
            </a:endParaRPr>
          </a:p>
          <a:p>
            <a:pPr marL="205740" indent="-193675">
              <a:lnSpc>
                <a:spcPct val="100000"/>
              </a:lnSpc>
              <a:spcBef>
                <a:spcPts val="650"/>
              </a:spcBef>
              <a:buClr>
                <a:schemeClr val="accent6">
                  <a:lumMod val="50000"/>
                </a:schemeClr>
              </a:buClr>
              <a:buFont typeface="Wingdings"/>
              <a:buChar char=""/>
              <a:tabLst>
                <a:tab pos="206375" algn="l"/>
              </a:tabLst>
            </a:pPr>
            <a:r>
              <a:rPr lang="es-ES" spc="140" dirty="0">
                <a:latin typeface="Trebuchet MS"/>
                <a:cs typeface="Trebuchet MS"/>
              </a:rPr>
              <a:t>La </a:t>
            </a:r>
            <a:r>
              <a:rPr lang="es-ES" spc="70" dirty="0">
                <a:latin typeface="Trebuchet MS"/>
                <a:cs typeface="Trebuchet MS"/>
              </a:rPr>
              <a:t>aplicación </a:t>
            </a:r>
            <a:r>
              <a:rPr lang="es-ES" spc="150" dirty="0">
                <a:latin typeface="Trebuchet MS"/>
                <a:cs typeface="Trebuchet MS"/>
              </a:rPr>
              <a:t>es </a:t>
            </a:r>
            <a:r>
              <a:rPr lang="es-ES" spc="155" dirty="0">
                <a:latin typeface="Trebuchet MS"/>
                <a:cs typeface="Trebuchet MS"/>
              </a:rPr>
              <a:t>segura </a:t>
            </a:r>
            <a:r>
              <a:rPr lang="es-ES" spc="85" dirty="0">
                <a:latin typeface="Trebuchet MS"/>
                <a:cs typeface="Trebuchet MS"/>
              </a:rPr>
              <a:t>porque </a:t>
            </a:r>
            <a:r>
              <a:rPr lang="es-ES" spc="210" dirty="0">
                <a:latin typeface="Trebuchet MS"/>
                <a:cs typeface="Trebuchet MS"/>
              </a:rPr>
              <a:t>usa</a:t>
            </a:r>
            <a:r>
              <a:rPr lang="es-ES" spc="320" dirty="0">
                <a:latin typeface="Trebuchet MS"/>
                <a:cs typeface="Trebuchet MS"/>
              </a:rPr>
              <a:t> </a:t>
            </a:r>
            <a:r>
              <a:rPr lang="es-ES" spc="25" dirty="0" err="1">
                <a:latin typeface="Trebuchet MS"/>
                <a:cs typeface="Trebuchet MS"/>
              </a:rPr>
              <a:t>encripción</a:t>
            </a:r>
            <a:r>
              <a:rPr lang="es-ES" spc="25" dirty="0">
                <a:latin typeface="Trebuchet MS"/>
                <a:cs typeface="Trebuchet MS"/>
              </a:rPr>
              <a:t>.</a:t>
            </a:r>
            <a:endParaRPr lang="es-ES" dirty="0">
              <a:latin typeface="Trebuchet MS"/>
              <a:cs typeface="Trebuchet MS"/>
            </a:endParaRPr>
          </a:p>
          <a:p>
            <a:pPr marL="207010" indent="-194945">
              <a:lnSpc>
                <a:spcPct val="100000"/>
              </a:lnSpc>
              <a:spcBef>
                <a:spcPts val="650"/>
              </a:spcBef>
              <a:buClr>
                <a:schemeClr val="accent6">
                  <a:lumMod val="50000"/>
                </a:schemeClr>
              </a:buClr>
              <a:buFont typeface="Wingdings"/>
              <a:buChar char=""/>
              <a:tabLst>
                <a:tab pos="207645" algn="l"/>
              </a:tabLst>
            </a:pPr>
            <a:r>
              <a:rPr lang="es-ES" spc="225" dirty="0">
                <a:latin typeface="Trebuchet MS"/>
                <a:cs typeface="Trebuchet MS"/>
              </a:rPr>
              <a:t>Si </a:t>
            </a:r>
            <a:r>
              <a:rPr lang="es-ES" spc="110" dirty="0">
                <a:latin typeface="Trebuchet MS"/>
                <a:cs typeface="Trebuchet MS"/>
              </a:rPr>
              <a:t>no </a:t>
            </a:r>
            <a:r>
              <a:rPr lang="es-ES" spc="85" dirty="0">
                <a:latin typeface="Trebuchet MS"/>
                <a:cs typeface="Trebuchet MS"/>
              </a:rPr>
              <a:t>corre </a:t>
            </a:r>
            <a:r>
              <a:rPr lang="es-ES" spc="100" dirty="0">
                <a:latin typeface="Trebuchet MS"/>
                <a:cs typeface="Trebuchet MS"/>
              </a:rPr>
              <a:t>como </a:t>
            </a:r>
            <a:r>
              <a:rPr lang="es-ES" spc="110" dirty="0" err="1">
                <a:latin typeface="Trebuchet MS"/>
                <a:cs typeface="Trebuchet MS"/>
              </a:rPr>
              <a:t>Administrator</a:t>
            </a:r>
            <a:r>
              <a:rPr lang="es-ES" spc="110" dirty="0">
                <a:latin typeface="Trebuchet MS"/>
                <a:cs typeface="Trebuchet MS"/>
              </a:rPr>
              <a:t> </a:t>
            </a:r>
            <a:r>
              <a:rPr lang="es-ES" spc="-190" dirty="0">
                <a:latin typeface="Trebuchet MS"/>
                <a:cs typeface="Trebuchet MS"/>
              </a:rPr>
              <a:t>/ </a:t>
            </a:r>
            <a:r>
              <a:rPr lang="es-ES" spc="25" dirty="0" err="1">
                <a:latin typeface="Trebuchet MS"/>
                <a:cs typeface="Trebuchet MS"/>
              </a:rPr>
              <a:t>root</a:t>
            </a:r>
            <a:r>
              <a:rPr lang="es-ES" spc="25" dirty="0">
                <a:latin typeface="Trebuchet MS"/>
                <a:cs typeface="Trebuchet MS"/>
              </a:rPr>
              <a:t>, </a:t>
            </a:r>
            <a:r>
              <a:rPr lang="es-ES" spc="110" dirty="0">
                <a:latin typeface="Trebuchet MS"/>
                <a:cs typeface="Trebuchet MS"/>
              </a:rPr>
              <a:t>no</a:t>
            </a:r>
            <a:r>
              <a:rPr lang="es-ES" spc="430" dirty="0">
                <a:latin typeface="Trebuchet MS"/>
                <a:cs typeface="Trebuchet MS"/>
              </a:rPr>
              <a:t> </a:t>
            </a:r>
            <a:r>
              <a:rPr lang="es-ES" spc="40" dirty="0">
                <a:latin typeface="Trebuchet MS"/>
                <a:cs typeface="Trebuchet MS"/>
              </a:rPr>
              <a:t>funciona.</a:t>
            </a:r>
            <a:endParaRPr lang="es-ES" dirty="0">
              <a:latin typeface="Trebuchet MS"/>
              <a:cs typeface="Trebuchet MS"/>
            </a:endParaRPr>
          </a:p>
          <a:p>
            <a:pPr marL="12700" marR="5080">
              <a:lnSpc>
                <a:spcPct val="130300"/>
              </a:lnSpc>
              <a:buClr>
                <a:schemeClr val="accent6">
                  <a:lumMod val="50000"/>
                </a:schemeClr>
              </a:buClr>
              <a:buFont typeface="Wingdings"/>
              <a:buChar char=""/>
              <a:tabLst>
                <a:tab pos="207645" algn="l"/>
              </a:tabLst>
            </a:pPr>
            <a:r>
              <a:rPr lang="es-ES" spc="50" dirty="0">
                <a:latin typeface="Trebuchet MS"/>
                <a:cs typeface="Trebuchet MS"/>
              </a:rPr>
              <a:t>Si, </a:t>
            </a:r>
            <a:r>
              <a:rPr lang="es-ES" spc="90" dirty="0">
                <a:latin typeface="Trebuchet MS"/>
                <a:cs typeface="Trebuchet MS"/>
              </a:rPr>
              <a:t>ese </a:t>
            </a:r>
            <a:r>
              <a:rPr lang="es-ES" spc="60" dirty="0" err="1">
                <a:latin typeface="Trebuchet MS"/>
                <a:cs typeface="Trebuchet MS"/>
              </a:rPr>
              <a:t>feature</a:t>
            </a:r>
            <a:r>
              <a:rPr lang="es-ES" spc="60" dirty="0">
                <a:latin typeface="Trebuchet MS"/>
                <a:cs typeface="Trebuchet MS"/>
              </a:rPr>
              <a:t> </a:t>
            </a:r>
            <a:r>
              <a:rPr lang="es-ES" spc="30" dirty="0">
                <a:latin typeface="Trebuchet MS"/>
                <a:cs typeface="Trebuchet MS"/>
              </a:rPr>
              <a:t>(que </a:t>
            </a:r>
            <a:r>
              <a:rPr lang="es-ES" spc="150" dirty="0">
                <a:latin typeface="Trebuchet MS"/>
                <a:cs typeface="Trebuchet MS"/>
              </a:rPr>
              <a:t>es </a:t>
            </a:r>
            <a:r>
              <a:rPr lang="es-ES" spc="100" dirty="0">
                <a:latin typeface="Trebuchet MS"/>
                <a:cs typeface="Trebuchet MS"/>
              </a:rPr>
              <a:t>inseguro) </a:t>
            </a:r>
            <a:r>
              <a:rPr lang="es-ES" spc="40" dirty="0">
                <a:latin typeface="Trebuchet MS"/>
                <a:cs typeface="Trebuchet MS"/>
              </a:rPr>
              <a:t>viene </a:t>
            </a:r>
            <a:r>
              <a:rPr lang="es-ES" spc="70" dirty="0">
                <a:latin typeface="Trebuchet MS"/>
                <a:cs typeface="Trebuchet MS"/>
              </a:rPr>
              <a:t>habilitado </a:t>
            </a:r>
            <a:r>
              <a:rPr lang="es-ES" spc="120" dirty="0">
                <a:latin typeface="Trebuchet MS"/>
                <a:cs typeface="Trebuchet MS"/>
              </a:rPr>
              <a:t>por </a:t>
            </a:r>
            <a:r>
              <a:rPr lang="es-ES" spc="5" dirty="0">
                <a:latin typeface="Trebuchet MS"/>
                <a:cs typeface="Trebuchet MS"/>
              </a:rPr>
              <a:t>default, </a:t>
            </a:r>
            <a:r>
              <a:rPr lang="es-ES" spc="85" dirty="0">
                <a:latin typeface="Trebuchet MS"/>
                <a:cs typeface="Trebuchet MS"/>
              </a:rPr>
              <a:t>pero </a:t>
            </a:r>
            <a:r>
              <a:rPr lang="es-ES" spc="-50" dirty="0">
                <a:latin typeface="Trebuchet MS"/>
                <a:cs typeface="Trebuchet MS"/>
              </a:rPr>
              <a:t>el  </a:t>
            </a:r>
            <a:r>
              <a:rPr lang="es-ES" spc="110" dirty="0">
                <a:latin typeface="Trebuchet MS"/>
                <a:cs typeface="Trebuchet MS"/>
              </a:rPr>
              <a:t>administrador </a:t>
            </a:r>
            <a:r>
              <a:rPr lang="es-ES" spc="30" dirty="0">
                <a:latin typeface="Trebuchet MS"/>
                <a:cs typeface="Trebuchet MS"/>
              </a:rPr>
              <a:t>lo </a:t>
            </a:r>
            <a:r>
              <a:rPr lang="es-ES" spc="40" dirty="0">
                <a:latin typeface="Trebuchet MS"/>
                <a:cs typeface="Trebuchet MS"/>
              </a:rPr>
              <a:t>puede</a:t>
            </a:r>
            <a:r>
              <a:rPr lang="es-ES" spc="325" dirty="0">
                <a:latin typeface="Trebuchet MS"/>
                <a:cs typeface="Trebuchet MS"/>
              </a:rPr>
              <a:t> </a:t>
            </a:r>
            <a:r>
              <a:rPr lang="es-ES" spc="55" dirty="0">
                <a:latin typeface="Trebuchet MS"/>
                <a:cs typeface="Trebuchet MS"/>
              </a:rPr>
              <a:t>deshabilitar.</a:t>
            </a:r>
            <a:endParaRPr lang="es-ES" dirty="0">
              <a:latin typeface="Trebuchet MS"/>
              <a:cs typeface="Trebuchet MS"/>
            </a:endParaRPr>
          </a:p>
          <a:p>
            <a:pPr marL="205740" indent="-193675">
              <a:lnSpc>
                <a:spcPct val="100000"/>
              </a:lnSpc>
              <a:spcBef>
                <a:spcPts val="655"/>
              </a:spcBef>
              <a:buClr>
                <a:schemeClr val="accent6">
                  <a:lumMod val="50000"/>
                </a:schemeClr>
              </a:buClr>
              <a:buFont typeface="Wingdings"/>
              <a:buChar char=""/>
              <a:tabLst>
                <a:tab pos="206375" algn="l"/>
              </a:tabLst>
            </a:pPr>
            <a:r>
              <a:rPr lang="es-ES" spc="190" dirty="0">
                <a:latin typeface="Trebuchet MS"/>
                <a:cs typeface="Trebuchet MS"/>
              </a:rPr>
              <a:t>No </a:t>
            </a:r>
            <a:r>
              <a:rPr lang="es-ES" spc="160" dirty="0">
                <a:latin typeface="Trebuchet MS"/>
                <a:cs typeface="Trebuchet MS"/>
              </a:rPr>
              <a:t>hay </a:t>
            </a:r>
            <a:r>
              <a:rPr lang="es-ES" spc="110" dirty="0">
                <a:latin typeface="Trebuchet MS"/>
                <a:cs typeface="Trebuchet MS"/>
              </a:rPr>
              <a:t>manera </a:t>
            </a:r>
            <a:r>
              <a:rPr lang="es-ES" spc="25" dirty="0">
                <a:latin typeface="Trebuchet MS"/>
                <a:cs typeface="Trebuchet MS"/>
              </a:rPr>
              <a:t>de</a:t>
            </a:r>
            <a:r>
              <a:rPr lang="es-ES" spc="160" dirty="0">
                <a:latin typeface="Trebuchet MS"/>
                <a:cs typeface="Trebuchet MS"/>
              </a:rPr>
              <a:t> </a:t>
            </a:r>
            <a:r>
              <a:rPr lang="es-ES" spc="35" dirty="0">
                <a:latin typeface="Trebuchet MS"/>
                <a:cs typeface="Trebuchet MS"/>
              </a:rPr>
              <a:t>explotarla.</a:t>
            </a:r>
            <a:endParaRPr lang="es-ES" dirty="0">
              <a:latin typeface="Trebuchet MS"/>
              <a:cs typeface="Trebuchet MS"/>
            </a:endParaRPr>
          </a:p>
          <a:p>
            <a:pPr marL="205740" indent="-193675">
              <a:lnSpc>
                <a:spcPct val="100000"/>
              </a:lnSpc>
              <a:spcBef>
                <a:spcPts val="645"/>
              </a:spcBef>
              <a:buClr>
                <a:schemeClr val="accent6">
                  <a:lumMod val="50000"/>
                </a:schemeClr>
              </a:buClr>
              <a:buFont typeface="Wingdings"/>
              <a:buChar char=""/>
              <a:tabLst>
                <a:tab pos="206375" algn="l"/>
              </a:tabLst>
            </a:pPr>
            <a:r>
              <a:rPr lang="es-ES" spc="190" dirty="0">
                <a:latin typeface="Trebuchet MS"/>
                <a:cs typeface="Trebuchet MS"/>
              </a:rPr>
              <a:t>No </a:t>
            </a:r>
            <a:r>
              <a:rPr lang="es-ES" spc="160" dirty="0">
                <a:latin typeface="Trebuchet MS"/>
                <a:cs typeface="Trebuchet MS"/>
              </a:rPr>
              <a:t>hay </a:t>
            </a:r>
            <a:r>
              <a:rPr lang="es-ES" spc="45" dirty="0">
                <a:latin typeface="Trebuchet MS"/>
                <a:cs typeface="Trebuchet MS"/>
              </a:rPr>
              <a:t>tiempo </a:t>
            </a:r>
            <a:r>
              <a:rPr lang="es-ES" spc="155" dirty="0">
                <a:latin typeface="Trebuchet MS"/>
                <a:cs typeface="Trebuchet MS"/>
              </a:rPr>
              <a:t>para </a:t>
            </a:r>
            <a:r>
              <a:rPr lang="es-ES" spc="35" dirty="0">
                <a:latin typeface="Trebuchet MS"/>
                <a:cs typeface="Trebuchet MS"/>
              </a:rPr>
              <a:t>incluir</a:t>
            </a:r>
            <a:r>
              <a:rPr lang="es-ES" spc="225" dirty="0">
                <a:latin typeface="Trebuchet MS"/>
                <a:cs typeface="Trebuchet MS"/>
              </a:rPr>
              <a:t> </a:t>
            </a:r>
            <a:r>
              <a:rPr lang="es-ES" spc="75" dirty="0">
                <a:latin typeface="Trebuchet MS"/>
                <a:cs typeface="Trebuchet MS"/>
              </a:rPr>
              <a:t>seguridad.</a:t>
            </a:r>
            <a:endParaRPr lang="es-ES" dirty="0">
              <a:latin typeface="Trebuchet MS"/>
              <a:cs typeface="Trebuchet MS"/>
            </a:endParaRPr>
          </a:p>
          <a:p>
            <a:pPr>
              <a:buClr>
                <a:schemeClr val="accent6">
                  <a:lumMod val="50000"/>
                </a:schemeClr>
              </a:buClr>
            </a:pPr>
            <a:endParaRPr lang="es-ES" dirty="0"/>
          </a:p>
        </p:txBody>
      </p:sp>
      <p:sp>
        <p:nvSpPr>
          <p:cNvPr id="4" name="object 5"/>
          <p:cNvSpPr/>
          <p:nvPr/>
        </p:nvSpPr>
        <p:spPr>
          <a:xfrm>
            <a:off x="10013968" y="4941895"/>
            <a:ext cx="1871472" cy="182270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303088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Tendencia Actual</a:t>
            </a:r>
            <a:endParaRPr lang="es-ES" dirty="0"/>
          </a:p>
        </p:txBody>
      </p:sp>
      <p:sp>
        <p:nvSpPr>
          <p:cNvPr id="3" name="Marcador de contenido 2"/>
          <p:cNvSpPr>
            <a:spLocks noGrp="1"/>
          </p:cNvSpPr>
          <p:nvPr>
            <p:ph idx="1"/>
          </p:nvPr>
        </p:nvSpPr>
        <p:spPr/>
        <p:txBody>
          <a:bodyPr/>
          <a:lstStyle/>
          <a:p>
            <a:pPr marL="463550" marR="5715" indent="-451484">
              <a:lnSpc>
                <a:spcPct val="130300"/>
              </a:lnSpc>
              <a:buClr>
                <a:schemeClr val="accent6">
                  <a:lumMod val="50000"/>
                </a:schemeClr>
              </a:buClr>
              <a:buFont typeface="Wingdings"/>
              <a:buChar char=""/>
              <a:tabLst>
                <a:tab pos="463550" algn="l"/>
                <a:tab pos="464184" algn="l"/>
                <a:tab pos="2148205" algn="l"/>
                <a:tab pos="2592070" algn="l"/>
                <a:tab pos="3938270" algn="l"/>
                <a:tab pos="5434330" algn="l"/>
                <a:tab pos="6273800" algn="l"/>
                <a:tab pos="6637655" algn="l"/>
                <a:tab pos="7874000" algn="l"/>
              </a:tabLst>
            </a:pPr>
            <a:r>
              <a:rPr lang="es-ES" sz="1800" spc="85" dirty="0">
                <a:latin typeface="Trebuchet MS"/>
                <a:cs typeface="Trebuchet MS"/>
              </a:rPr>
              <a:t>Participació</a:t>
            </a:r>
            <a:r>
              <a:rPr lang="es-ES" sz="1800" spc="114" dirty="0">
                <a:latin typeface="Trebuchet MS"/>
                <a:cs typeface="Trebuchet MS"/>
              </a:rPr>
              <a:t>n</a:t>
            </a:r>
            <a:r>
              <a:rPr lang="es-ES" sz="1800" dirty="0">
                <a:latin typeface="Trebuchet MS"/>
                <a:cs typeface="Trebuchet MS"/>
              </a:rPr>
              <a:t>	</a:t>
            </a:r>
            <a:r>
              <a:rPr lang="es-ES" sz="1800" spc="25" dirty="0">
                <a:latin typeface="Trebuchet MS"/>
                <a:cs typeface="Trebuchet MS"/>
              </a:rPr>
              <a:t>de</a:t>
            </a:r>
            <a:r>
              <a:rPr lang="es-ES" sz="1800" dirty="0">
                <a:latin typeface="Trebuchet MS"/>
                <a:cs typeface="Trebuchet MS"/>
              </a:rPr>
              <a:t>	</a:t>
            </a:r>
            <a:r>
              <a:rPr lang="es-ES" sz="1800" spc="135" dirty="0">
                <a:latin typeface="Trebuchet MS"/>
                <a:cs typeface="Trebuchet MS"/>
              </a:rPr>
              <a:t>Seguridad</a:t>
            </a:r>
            <a:r>
              <a:rPr lang="es-ES" sz="1800" dirty="0">
                <a:latin typeface="Trebuchet MS"/>
                <a:cs typeface="Trebuchet MS"/>
              </a:rPr>
              <a:t>	</a:t>
            </a:r>
            <a:r>
              <a:rPr lang="es-ES" sz="1800" spc="70" dirty="0">
                <a:latin typeface="Trebuchet MS"/>
                <a:cs typeface="Trebuchet MS"/>
              </a:rPr>
              <a:t>Inf</a:t>
            </a:r>
            <a:r>
              <a:rPr lang="es-ES" sz="1800" spc="105" dirty="0">
                <a:latin typeface="Trebuchet MS"/>
                <a:cs typeface="Trebuchet MS"/>
              </a:rPr>
              <a:t>o</a:t>
            </a:r>
            <a:r>
              <a:rPr lang="es-ES" sz="1800" spc="95" dirty="0">
                <a:latin typeface="Trebuchet MS"/>
                <a:cs typeface="Trebuchet MS"/>
              </a:rPr>
              <a:t>rmática</a:t>
            </a:r>
            <a:r>
              <a:rPr lang="es-ES" sz="1800" dirty="0">
                <a:latin typeface="Trebuchet MS"/>
                <a:cs typeface="Trebuchet MS"/>
              </a:rPr>
              <a:t>	</a:t>
            </a:r>
            <a:r>
              <a:rPr lang="es-ES" sz="1800" spc="90" dirty="0">
                <a:latin typeface="Trebuchet MS"/>
                <a:cs typeface="Trebuchet MS"/>
              </a:rPr>
              <a:t>desde</a:t>
            </a:r>
            <a:r>
              <a:rPr lang="es-ES" sz="1800" dirty="0">
                <a:latin typeface="Trebuchet MS"/>
                <a:cs typeface="Trebuchet MS"/>
              </a:rPr>
              <a:t>	</a:t>
            </a:r>
            <a:r>
              <a:rPr lang="es-ES" sz="1800" spc="-50" dirty="0">
                <a:latin typeface="Trebuchet MS"/>
                <a:cs typeface="Trebuchet MS"/>
              </a:rPr>
              <a:t>el</a:t>
            </a:r>
            <a:r>
              <a:rPr lang="es-ES" sz="1800" dirty="0">
                <a:latin typeface="Trebuchet MS"/>
                <a:cs typeface="Trebuchet MS"/>
              </a:rPr>
              <a:t>	</a:t>
            </a:r>
            <a:r>
              <a:rPr lang="es-ES" sz="1800" spc="75" dirty="0">
                <a:latin typeface="Trebuchet MS"/>
                <a:cs typeface="Trebuchet MS"/>
              </a:rPr>
              <a:t>comienzo</a:t>
            </a:r>
            <a:r>
              <a:rPr lang="es-ES" sz="1800" dirty="0">
                <a:latin typeface="Trebuchet MS"/>
                <a:cs typeface="Trebuchet MS"/>
              </a:rPr>
              <a:t>	</a:t>
            </a:r>
            <a:r>
              <a:rPr lang="es-ES" sz="1800" spc="20" dirty="0">
                <a:latin typeface="Trebuchet MS"/>
                <a:cs typeface="Trebuchet MS"/>
              </a:rPr>
              <a:t>de  </a:t>
            </a:r>
            <a:r>
              <a:rPr lang="es-ES" sz="1800" spc="145" dirty="0">
                <a:latin typeface="Trebuchet MS"/>
                <a:cs typeface="Trebuchet MS"/>
              </a:rPr>
              <a:t>todos </a:t>
            </a:r>
            <a:r>
              <a:rPr lang="es-ES" sz="1800" spc="135" dirty="0">
                <a:latin typeface="Trebuchet MS"/>
                <a:cs typeface="Trebuchet MS"/>
              </a:rPr>
              <a:t>los </a:t>
            </a:r>
            <a:r>
              <a:rPr lang="es-ES" sz="1800" spc="120" dirty="0">
                <a:latin typeface="Trebuchet MS"/>
                <a:cs typeface="Trebuchet MS"/>
              </a:rPr>
              <a:t>proyectos </a:t>
            </a:r>
            <a:r>
              <a:rPr lang="es-ES" sz="1800" spc="30" dirty="0">
                <a:latin typeface="Trebuchet MS"/>
                <a:cs typeface="Trebuchet MS"/>
              </a:rPr>
              <a:t>de</a:t>
            </a:r>
            <a:r>
              <a:rPr lang="es-ES" sz="1800" spc="235" dirty="0">
                <a:latin typeface="Trebuchet MS"/>
                <a:cs typeface="Trebuchet MS"/>
              </a:rPr>
              <a:t> </a:t>
            </a:r>
            <a:r>
              <a:rPr lang="es-ES" sz="1800" spc="65" dirty="0">
                <a:latin typeface="Trebuchet MS"/>
                <a:cs typeface="Trebuchet MS"/>
              </a:rPr>
              <a:t>desarrollo.</a:t>
            </a:r>
            <a:endParaRPr lang="es-ES" sz="1800" dirty="0">
              <a:latin typeface="Trebuchet MS"/>
              <a:cs typeface="Trebuchet MS"/>
            </a:endParaRPr>
          </a:p>
          <a:p>
            <a:pPr marL="463550" marR="5080" indent="-451484">
              <a:lnSpc>
                <a:spcPct val="130300"/>
              </a:lnSpc>
              <a:buClr>
                <a:schemeClr val="accent6">
                  <a:lumMod val="50000"/>
                </a:schemeClr>
              </a:buClr>
              <a:buFont typeface="Wingdings"/>
              <a:buChar char=""/>
              <a:tabLst>
                <a:tab pos="463550" algn="l"/>
                <a:tab pos="464184" algn="l"/>
              </a:tabLst>
            </a:pPr>
            <a:r>
              <a:rPr lang="es-ES" sz="1800" spc="120" dirty="0" smtClean="0">
                <a:latin typeface="Trebuchet MS"/>
                <a:cs typeface="Trebuchet MS"/>
              </a:rPr>
              <a:t>Incorporar </a:t>
            </a:r>
            <a:r>
              <a:rPr lang="es-ES" sz="1800" spc="120" dirty="0">
                <a:latin typeface="Trebuchet MS"/>
                <a:cs typeface="Trebuchet MS"/>
              </a:rPr>
              <a:t>seguridad </a:t>
            </a:r>
            <a:r>
              <a:rPr lang="es-ES" sz="1800" spc="195" dirty="0">
                <a:latin typeface="Trebuchet MS"/>
                <a:cs typeface="Trebuchet MS"/>
              </a:rPr>
              <a:t>a </a:t>
            </a:r>
            <a:r>
              <a:rPr lang="es-ES" sz="1800" spc="35" dirty="0">
                <a:latin typeface="Trebuchet MS"/>
                <a:cs typeface="Trebuchet MS"/>
              </a:rPr>
              <a:t>lo </a:t>
            </a:r>
            <a:r>
              <a:rPr lang="es-ES" sz="1800" spc="120" dirty="0">
                <a:latin typeface="Trebuchet MS"/>
                <a:cs typeface="Trebuchet MS"/>
              </a:rPr>
              <a:t>largo </a:t>
            </a:r>
            <a:r>
              <a:rPr lang="es-ES" sz="1800" spc="25" dirty="0">
                <a:latin typeface="Trebuchet MS"/>
                <a:cs typeface="Trebuchet MS"/>
              </a:rPr>
              <a:t>de </a:t>
            </a:r>
            <a:r>
              <a:rPr lang="es-ES" sz="1800" spc="155" dirty="0">
                <a:latin typeface="Trebuchet MS"/>
                <a:cs typeface="Trebuchet MS"/>
              </a:rPr>
              <a:t>todas las </a:t>
            </a:r>
            <a:r>
              <a:rPr lang="es-ES" sz="1800" spc="135" dirty="0">
                <a:latin typeface="Trebuchet MS"/>
                <a:cs typeface="Trebuchet MS"/>
              </a:rPr>
              <a:t>etapas </a:t>
            </a:r>
            <a:r>
              <a:rPr lang="es-ES" sz="1800" dirty="0">
                <a:latin typeface="Trebuchet MS"/>
                <a:cs typeface="Trebuchet MS"/>
              </a:rPr>
              <a:t>del </a:t>
            </a:r>
            <a:r>
              <a:rPr lang="es-ES" sz="1800" spc="30" dirty="0">
                <a:latin typeface="Trebuchet MS"/>
                <a:cs typeface="Trebuchet MS"/>
              </a:rPr>
              <a:t>ciclo </a:t>
            </a:r>
            <a:r>
              <a:rPr lang="es-ES" sz="1800" spc="25" dirty="0">
                <a:latin typeface="Trebuchet MS"/>
                <a:cs typeface="Trebuchet MS"/>
              </a:rPr>
              <a:t>de  </a:t>
            </a:r>
            <a:r>
              <a:rPr lang="es-ES" sz="1800" spc="114" dirty="0">
                <a:latin typeface="Trebuchet MS"/>
                <a:cs typeface="Trebuchet MS"/>
              </a:rPr>
              <a:t>vida </a:t>
            </a:r>
            <a:r>
              <a:rPr lang="es-ES" sz="1800" dirty="0">
                <a:latin typeface="Trebuchet MS"/>
                <a:cs typeface="Trebuchet MS"/>
              </a:rPr>
              <a:t>del </a:t>
            </a:r>
            <a:r>
              <a:rPr lang="es-ES" sz="1800" spc="100" dirty="0">
                <a:latin typeface="Trebuchet MS"/>
                <a:cs typeface="Trebuchet MS"/>
              </a:rPr>
              <a:t>desarrollo </a:t>
            </a:r>
            <a:r>
              <a:rPr lang="es-ES" sz="1800" spc="25" dirty="0">
                <a:latin typeface="Trebuchet MS"/>
                <a:cs typeface="Trebuchet MS"/>
              </a:rPr>
              <a:t>de </a:t>
            </a:r>
            <a:r>
              <a:rPr lang="es-ES" sz="1800" spc="135" dirty="0">
                <a:latin typeface="Trebuchet MS"/>
                <a:cs typeface="Trebuchet MS"/>
              </a:rPr>
              <a:t>software</a:t>
            </a:r>
            <a:r>
              <a:rPr lang="es-ES" sz="1800" spc="530" dirty="0">
                <a:latin typeface="Trebuchet MS"/>
                <a:cs typeface="Trebuchet MS"/>
              </a:rPr>
              <a:t> </a:t>
            </a:r>
            <a:r>
              <a:rPr lang="es-ES" sz="1800" spc="80" dirty="0">
                <a:latin typeface="Trebuchet MS"/>
                <a:cs typeface="Trebuchet MS"/>
              </a:rPr>
              <a:t>(SDLC).</a:t>
            </a:r>
            <a:endParaRPr lang="es-ES" sz="1800" dirty="0">
              <a:latin typeface="Trebuchet MS"/>
              <a:cs typeface="Trebuchet MS"/>
            </a:endParaRPr>
          </a:p>
          <a:p>
            <a:pPr marL="1099820" lvl="1" indent="-457834">
              <a:lnSpc>
                <a:spcPct val="100000"/>
              </a:lnSpc>
              <a:spcBef>
                <a:spcPts val="509"/>
              </a:spcBef>
              <a:buClr>
                <a:schemeClr val="accent6">
                  <a:lumMod val="50000"/>
                </a:schemeClr>
              </a:buClr>
              <a:buSzPct val="94117"/>
              <a:buFont typeface="Wingdings"/>
              <a:buChar char=""/>
              <a:tabLst>
                <a:tab pos="1099820" algn="l"/>
                <a:tab pos="1100455" algn="l"/>
              </a:tabLst>
            </a:pPr>
            <a:r>
              <a:rPr lang="es-ES" sz="1700" i="1" spc="55" dirty="0">
                <a:latin typeface="Trebuchet MS"/>
                <a:cs typeface="Trebuchet MS"/>
              </a:rPr>
              <a:t>Análisis</a:t>
            </a:r>
            <a:endParaRPr lang="es-ES" sz="1700" dirty="0">
              <a:latin typeface="Trebuchet MS"/>
              <a:cs typeface="Trebuchet MS"/>
            </a:endParaRPr>
          </a:p>
          <a:p>
            <a:pPr marL="1099820" lvl="1" indent="-457834">
              <a:lnSpc>
                <a:spcPct val="100000"/>
              </a:lnSpc>
              <a:spcBef>
                <a:spcPts val="455"/>
              </a:spcBef>
              <a:buClr>
                <a:schemeClr val="accent6">
                  <a:lumMod val="50000"/>
                </a:schemeClr>
              </a:buClr>
              <a:buSzPct val="94117"/>
              <a:buFont typeface="Wingdings"/>
              <a:buChar char=""/>
              <a:tabLst>
                <a:tab pos="1099820" algn="l"/>
                <a:tab pos="1100455" algn="l"/>
              </a:tabLst>
            </a:pPr>
            <a:r>
              <a:rPr lang="es-ES" sz="1700" i="1" spc="55" dirty="0">
                <a:latin typeface="Trebuchet MS"/>
                <a:cs typeface="Trebuchet MS"/>
              </a:rPr>
              <a:t>Diseño</a:t>
            </a:r>
            <a:endParaRPr lang="es-ES" sz="1700" dirty="0">
              <a:latin typeface="Trebuchet MS"/>
              <a:cs typeface="Trebuchet MS"/>
            </a:endParaRPr>
          </a:p>
          <a:p>
            <a:pPr marL="1099820" lvl="1" indent="-457834">
              <a:lnSpc>
                <a:spcPct val="100000"/>
              </a:lnSpc>
              <a:spcBef>
                <a:spcPts val="464"/>
              </a:spcBef>
              <a:buClr>
                <a:schemeClr val="accent6">
                  <a:lumMod val="50000"/>
                </a:schemeClr>
              </a:buClr>
              <a:buSzPct val="94117"/>
              <a:buFont typeface="Wingdings"/>
              <a:buChar char=""/>
              <a:tabLst>
                <a:tab pos="1099820" algn="l"/>
                <a:tab pos="1100455" algn="l"/>
              </a:tabLst>
            </a:pPr>
            <a:r>
              <a:rPr lang="es-ES" sz="1700" i="1" spc="5" dirty="0">
                <a:latin typeface="Trebuchet MS"/>
                <a:cs typeface="Trebuchet MS"/>
              </a:rPr>
              <a:t>Codificación</a:t>
            </a:r>
            <a:endParaRPr lang="es-ES" sz="1700" dirty="0">
              <a:latin typeface="Trebuchet MS"/>
              <a:cs typeface="Trebuchet MS"/>
            </a:endParaRPr>
          </a:p>
          <a:p>
            <a:pPr marL="1099820" lvl="1" indent="-457834">
              <a:lnSpc>
                <a:spcPct val="100000"/>
              </a:lnSpc>
              <a:spcBef>
                <a:spcPts val="459"/>
              </a:spcBef>
              <a:buClr>
                <a:schemeClr val="accent6">
                  <a:lumMod val="50000"/>
                </a:schemeClr>
              </a:buClr>
              <a:buSzPct val="94117"/>
              <a:buFont typeface="Wingdings"/>
              <a:buChar char=""/>
              <a:tabLst>
                <a:tab pos="1099820" algn="l"/>
                <a:tab pos="1100455" algn="l"/>
              </a:tabLst>
            </a:pPr>
            <a:r>
              <a:rPr lang="es-ES" sz="1700" i="1" spc="25" dirty="0">
                <a:latin typeface="Trebuchet MS"/>
                <a:cs typeface="Trebuchet MS"/>
              </a:rPr>
              <a:t>Testing</a:t>
            </a:r>
            <a:endParaRPr lang="es-ES" sz="1700" dirty="0">
              <a:latin typeface="Trebuchet MS"/>
              <a:cs typeface="Trebuchet MS"/>
            </a:endParaRPr>
          </a:p>
          <a:p>
            <a:pPr marL="1099820" lvl="1" indent="-457834">
              <a:lnSpc>
                <a:spcPct val="100000"/>
              </a:lnSpc>
              <a:spcBef>
                <a:spcPts val="455"/>
              </a:spcBef>
              <a:buClr>
                <a:schemeClr val="accent6">
                  <a:lumMod val="50000"/>
                </a:schemeClr>
              </a:buClr>
              <a:buSzPct val="94117"/>
              <a:buFont typeface="Wingdings"/>
              <a:buChar char=""/>
              <a:tabLst>
                <a:tab pos="1099820" algn="l"/>
                <a:tab pos="1100455" algn="l"/>
              </a:tabLst>
            </a:pPr>
            <a:r>
              <a:rPr lang="es-ES" sz="1700" i="1" spc="5" dirty="0" err="1">
                <a:latin typeface="Trebuchet MS"/>
                <a:cs typeface="Trebuchet MS"/>
              </a:rPr>
              <a:t>Deployment</a:t>
            </a:r>
            <a:endParaRPr lang="es-ES" sz="1700" dirty="0">
              <a:latin typeface="Trebuchet MS"/>
              <a:cs typeface="Trebuchet MS"/>
            </a:endParaRPr>
          </a:p>
          <a:p>
            <a:endParaRPr lang="es-ES" dirty="0"/>
          </a:p>
        </p:txBody>
      </p:sp>
      <p:grpSp>
        <p:nvGrpSpPr>
          <p:cNvPr id="4" name="object 6"/>
          <p:cNvGrpSpPr/>
          <p:nvPr/>
        </p:nvGrpSpPr>
        <p:grpSpPr>
          <a:xfrm>
            <a:off x="8309386" y="4001294"/>
            <a:ext cx="2804160" cy="2102485"/>
            <a:chOff x="5853569" y="4642103"/>
            <a:chExt cx="2804160" cy="2102485"/>
          </a:xfrm>
        </p:grpSpPr>
        <p:sp>
          <p:nvSpPr>
            <p:cNvPr id="5" name="object 7"/>
            <p:cNvSpPr/>
            <p:nvPr/>
          </p:nvSpPr>
          <p:spPr>
            <a:xfrm>
              <a:off x="6040260" y="4642103"/>
              <a:ext cx="2127885" cy="1358900"/>
            </a:xfrm>
            <a:custGeom>
              <a:avLst/>
              <a:gdLst/>
              <a:ahLst/>
              <a:cxnLst/>
              <a:rect l="l" t="t" r="r" b="b"/>
              <a:pathLst>
                <a:path w="2127884" h="1358900">
                  <a:moveTo>
                    <a:pt x="2127504" y="0"/>
                  </a:moveTo>
                  <a:lnTo>
                    <a:pt x="0" y="0"/>
                  </a:lnTo>
                  <a:lnTo>
                    <a:pt x="0" y="1277112"/>
                  </a:lnTo>
                  <a:lnTo>
                    <a:pt x="0" y="1344168"/>
                  </a:lnTo>
                  <a:lnTo>
                    <a:pt x="0" y="1358646"/>
                  </a:lnTo>
                  <a:lnTo>
                    <a:pt x="1072134" y="1358646"/>
                  </a:lnTo>
                  <a:lnTo>
                    <a:pt x="1072134" y="1344168"/>
                  </a:lnTo>
                  <a:lnTo>
                    <a:pt x="1124712" y="1344168"/>
                  </a:lnTo>
                  <a:lnTo>
                    <a:pt x="1124712" y="1358646"/>
                  </a:lnTo>
                  <a:lnTo>
                    <a:pt x="2127504" y="1358646"/>
                  </a:lnTo>
                  <a:lnTo>
                    <a:pt x="2127504" y="1344168"/>
                  </a:lnTo>
                  <a:lnTo>
                    <a:pt x="2127504" y="1277112"/>
                  </a:lnTo>
                  <a:lnTo>
                    <a:pt x="2127504" y="0"/>
                  </a:lnTo>
                  <a:close/>
                </a:path>
              </a:pathLst>
            </a:custGeom>
            <a:solidFill>
              <a:srgbClr val="A5BF68"/>
            </a:solidFill>
          </p:spPr>
          <p:txBody>
            <a:bodyPr wrap="square" lIns="0" tIns="0" rIns="0" bIns="0" rtlCol="0"/>
            <a:lstStyle/>
            <a:p>
              <a:endParaRPr/>
            </a:p>
          </p:txBody>
        </p:sp>
        <p:sp>
          <p:nvSpPr>
            <p:cNvPr id="6" name="object 8"/>
            <p:cNvSpPr/>
            <p:nvPr/>
          </p:nvSpPr>
          <p:spPr>
            <a:xfrm>
              <a:off x="5853569" y="4773167"/>
              <a:ext cx="2804160" cy="1938528"/>
            </a:xfrm>
            <a:prstGeom prst="rect">
              <a:avLst/>
            </a:prstGeom>
            <a:blipFill>
              <a:blip r:embed="rId2" cstate="print"/>
              <a:stretch>
                <a:fillRect/>
              </a:stretch>
            </a:blipFill>
          </p:spPr>
          <p:txBody>
            <a:bodyPr wrap="square" lIns="0" tIns="0" rIns="0" bIns="0" rtlCol="0"/>
            <a:lstStyle/>
            <a:p>
              <a:endParaRPr/>
            </a:p>
          </p:txBody>
        </p:sp>
        <p:sp>
          <p:nvSpPr>
            <p:cNvPr id="7" name="object 9"/>
            <p:cNvSpPr/>
            <p:nvPr/>
          </p:nvSpPr>
          <p:spPr>
            <a:xfrm>
              <a:off x="6325247" y="5726429"/>
              <a:ext cx="1911985" cy="241935"/>
            </a:xfrm>
            <a:custGeom>
              <a:avLst/>
              <a:gdLst/>
              <a:ahLst/>
              <a:cxnLst/>
              <a:rect l="l" t="t" r="r" b="b"/>
              <a:pathLst>
                <a:path w="1911984" h="241935">
                  <a:moveTo>
                    <a:pt x="1911857" y="241554"/>
                  </a:moveTo>
                  <a:lnTo>
                    <a:pt x="1778507" y="0"/>
                  </a:lnTo>
                  <a:lnTo>
                    <a:pt x="131825" y="0"/>
                  </a:lnTo>
                  <a:lnTo>
                    <a:pt x="0" y="241554"/>
                  </a:lnTo>
                  <a:lnTo>
                    <a:pt x="1911857" y="241554"/>
                  </a:lnTo>
                  <a:close/>
                </a:path>
              </a:pathLst>
            </a:custGeom>
            <a:solidFill>
              <a:srgbClr val="560042"/>
            </a:solidFill>
          </p:spPr>
          <p:txBody>
            <a:bodyPr wrap="square" lIns="0" tIns="0" rIns="0" bIns="0" rtlCol="0"/>
            <a:lstStyle/>
            <a:p>
              <a:endParaRPr/>
            </a:p>
          </p:txBody>
        </p:sp>
        <p:sp>
          <p:nvSpPr>
            <p:cNvPr id="8" name="object 10"/>
            <p:cNvSpPr/>
            <p:nvPr/>
          </p:nvSpPr>
          <p:spPr>
            <a:xfrm>
              <a:off x="6026543" y="5092445"/>
              <a:ext cx="2538984" cy="1652015"/>
            </a:xfrm>
            <a:prstGeom prst="rect">
              <a:avLst/>
            </a:prstGeom>
            <a:blipFill>
              <a:blip r:embed="rId3" cstate="print"/>
              <a:stretch>
                <a:fillRect/>
              </a:stretch>
            </a:blipFill>
          </p:spPr>
          <p:txBody>
            <a:bodyPr wrap="square" lIns="0" tIns="0" rIns="0" bIns="0" rtlCol="0"/>
            <a:lstStyle/>
            <a:p>
              <a:endParaRPr/>
            </a:p>
          </p:txBody>
        </p:sp>
        <p:sp>
          <p:nvSpPr>
            <p:cNvPr id="9" name="object 11"/>
            <p:cNvSpPr/>
            <p:nvPr/>
          </p:nvSpPr>
          <p:spPr>
            <a:xfrm>
              <a:off x="6850265" y="5145785"/>
              <a:ext cx="64769" cy="21590"/>
            </a:xfrm>
            <a:custGeom>
              <a:avLst/>
              <a:gdLst/>
              <a:ahLst/>
              <a:cxnLst/>
              <a:rect l="l" t="t" r="r" b="b"/>
              <a:pathLst>
                <a:path w="64770" h="21589">
                  <a:moveTo>
                    <a:pt x="64757" y="0"/>
                  </a:moveTo>
                  <a:lnTo>
                    <a:pt x="63233" y="0"/>
                  </a:lnTo>
                  <a:lnTo>
                    <a:pt x="58661" y="762"/>
                  </a:lnTo>
                  <a:lnTo>
                    <a:pt x="51816" y="2286"/>
                  </a:lnTo>
                  <a:lnTo>
                    <a:pt x="43421" y="5334"/>
                  </a:lnTo>
                  <a:lnTo>
                    <a:pt x="32766" y="8381"/>
                  </a:lnTo>
                  <a:lnTo>
                    <a:pt x="21323" y="9905"/>
                  </a:lnTo>
                  <a:lnTo>
                    <a:pt x="11430" y="12191"/>
                  </a:lnTo>
                  <a:lnTo>
                    <a:pt x="0" y="13715"/>
                  </a:lnTo>
                  <a:lnTo>
                    <a:pt x="3035" y="16763"/>
                  </a:lnTo>
                  <a:lnTo>
                    <a:pt x="7607" y="19812"/>
                  </a:lnTo>
                  <a:lnTo>
                    <a:pt x="14477" y="21336"/>
                  </a:lnTo>
                  <a:lnTo>
                    <a:pt x="22847" y="21336"/>
                  </a:lnTo>
                  <a:lnTo>
                    <a:pt x="34290" y="18287"/>
                  </a:lnTo>
                  <a:lnTo>
                    <a:pt x="47231" y="11429"/>
                  </a:lnTo>
                  <a:lnTo>
                    <a:pt x="64757" y="0"/>
                  </a:lnTo>
                  <a:close/>
                </a:path>
              </a:pathLst>
            </a:custGeom>
            <a:solidFill>
              <a:srgbClr val="7E3F1C"/>
            </a:solidFill>
          </p:spPr>
          <p:txBody>
            <a:bodyPr wrap="square" lIns="0" tIns="0" rIns="0" bIns="0" rtlCol="0"/>
            <a:lstStyle/>
            <a:p>
              <a:endParaRPr/>
            </a:p>
          </p:txBody>
        </p:sp>
      </p:grpSp>
    </p:spTree>
    <p:extLst>
      <p:ext uri="{BB962C8B-B14F-4D97-AF65-F5344CB8AC3E}">
        <p14:creationId xmlns:p14="http://schemas.microsoft.com/office/powerpoint/2010/main" val="4267251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pc="185" dirty="0">
                <a:latin typeface="Trebuchet MS"/>
                <a:cs typeface="Trebuchet MS"/>
              </a:rPr>
              <a:t>Seguridad </a:t>
            </a:r>
            <a:r>
              <a:rPr lang="es-ES" spc="40" dirty="0">
                <a:latin typeface="Trebuchet MS"/>
                <a:cs typeface="Trebuchet MS"/>
              </a:rPr>
              <a:t>en </a:t>
            </a:r>
            <a:r>
              <a:rPr lang="es-ES" spc="-65" dirty="0">
                <a:latin typeface="Trebuchet MS"/>
                <a:cs typeface="Trebuchet MS"/>
              </a:rPr>
              <a:t>el </a:t>
            </a:r>
            <a:r>
              <a:rPr lang="es-ES" spc="165" dirty="0">
                <a:latin typeface="Trebuchet MS"/>
                <a:cs typeface="Trebuchet MS"/>
              </a:rPr>
              <a:t>análisis </a:t>
            </a:r>
            <a:r>
              <a:rPr lang="es-ES" spc="35" dirty="0">
                <a:latin typeface="Trebuchet MS"/>
                <a:cs typeface="Trebuchet MS"/>
              </a:rPr>
              <a:t>de</a:t>
            </a:r>
            <a:r>
              <a:rPr lang="es-ES" dirty="0">
                <a:latin typeface="Trebuchet MS"/>
                <a:cs typeface="Trebuchet MS"/>
              </a:rPr>
              <a:t> </a:t>
            </a:r>
            <a:r>
              <a:rPr lang="es-ES" spc="90" dirty="0" smtClean="0">
                <a:latin typeface="Trebuchet MS"/>
                <a:cs typeface="Trebuchet MS"/>
              </a:rPr>
              <a:t>requerimientos</a:t>
            </a:r>
            <a:endParaRPr lang="es-ES" dirty="0"/>
          </a:p>
        </p:txBody>
      </p:sp>
      <p:sp>
        <p:nvSpPr>
          <p:cNvPr id="3" name="Marcador de contenido 2"/>
          <p:cNvSpPr>
            <a:spLocks noGrp="1"/>
          </p:cNvSpPr>
          <p:nvPr>
            <p:ph idx="1"/>
          </p:nvPr>
        </p:nvSpPr>
        <p:spPr/>
        <p:txBody>
          <a:bodyPr>
            <a:normAutofit fontScale="92500" lnSpcReduction="10000"/>
          </a:bodyPr>
          <a:lstStyle/>
          <a:p>
            <a:pPr marL="69850" marR="5080" indent="-285750" algn="just">
              <a:lnSpc>
                <a:spcPct val="130300"/>
              </a:lnSpc>
              <a:spcBef>
                <a:spcPts val="2550"/>
              </a:spcBef>
              <a:buClr>
                <a:schemeClr val="accent6">
                  <a:lumMod val="50000"/>
                </a:schemeClr>
              </a:buClr>
              <a:buFont typeface="Wingdings" panose="05000000000000000000" pitchFamily="2" charset="2"/>
              <a:buChar char="§"/>
            </a:pPr>
            <a:r>
              <a:rPr lang="es-ES" sz="1800" spc="114" dirty="0">
                <a:latin typeface="Trebuchet MS"/>
                <a:cs typeface="Trebuchet MS"/>
              </a:rPr>
              <a:t>Durante </a:t>
            </a:r>
            <a:r>
              <a:rPr lang="es-ES" sz="1800" spc="-50" dirty="0">
                <a:latin typeface="Trebuchet MS"/>
                <a:cs typeface="Trebuchet MS"/>
              </a:rPr>
              <a:t>el </a:t>
            </a:r>
            <a:r>
              <a:rPr lang="es-ES" sz="1800" spc="125" dirty="0">
                <a:latin typeface="Trebuchet MS"/>
                <a:cs typeface="Trebuchet MS"/>
              </a:rPr>
              <a:t>análisis </a:t>
            </a:r>
            <a:r>
              <a:rPr lang="es-ES" sz="1800" spc="25" dirty="0">
                <a:latin typeface="Trebuchet MS"/>
                <a:cs typeface="Trebuchet MS"/>
              </a:rPr>
              <a:t>de </a:t>
            </a:r>
            <a:r>
              <a:rPr lang="es-ES" sz="1800" spc="45" dirty="0">
                <a:latin typeface="Trebuchet MS"/>
                <a:cs typeface="Trebuchet MS"/>
              </a:rPr>
              <a:t>requerimientos, </a:t>
            </a:r>
            <a:r>
              <a:rPr lang="es-ES" sz="1800" spc="150" dirty="0">
                <a:latin typeface="Trebuchet MS"/>
                <a:cs typeface="Trebuchet MS"/>
              </a:rPr>
              <a:t>se </a:t>
            </a:r>
            <a:r>
              <a:rPr lang="es-ES" sz="1800" spc="50" dirty="0">
                <a:latin typeface="Trebuchet MS"/>
                <a:cs typeface="Trebuchet MS"/>
              </a:rPr>
              <a:t>pueden </a:t>
            </a:r>
            <a:r>
              <a:rPr lang="es-ES" sz="1800" spc="45" dirty="0">
                <a:latin typeface="Trebuchet MS"/>
                <a:cs typeface="Trebuchet MS"/>
              </a:rPr>
              <a:t>identificar </a:t>
            </a:r>
            <a:r>
              <a:rPr lang="es-ES" sz="1800" spc="155" dirty="0">
                <a:latin typeface="Trebuchet MS"/>
                <a:cs typeface="Trebuchet MS"/>
              </a:rPr>
              <a:t>diversas  </a:t>
            </a:r>
            <a:r>
              <a:rPr lang="es-ES" sz="1800" spc="110" dirty="0">
                <a:latin typeface="Trebuchet MS"/>
                <a:cs typeface="Trebuchet MS"/>
              </a:rPr>
              <a:t>características </a:t>
            </a:r>
            <a:r>
              <a:rPr lang="es-ES" sz="1800" spc="50" dirty="0">
                <a:latin typeface="Trebuchet MS"/>
                <a:cs typeface="Trebuchet MS"/>
              </a:rPr>
              <a:t>que </a:t>
            </a:r>
            <a:r>
              <a:rPr lang="es-ES" sz="1800" spc="110" dirty="0">
                <a:latin typeface="Trebuchet MS"/>
                <a:cs typeface="Trebuchet MS"/>
              </a:rPr>
              <a:t>derivarán </a:t>
            </a:r>
            <a:r>
              <a:rPr lang="es-ES" sz="1800" spc="30" dirty="0">
                <a:latin typeface="Trebuchet MS"/>
                <a:cs typeface="Trebuchet MS"/>
              </a:rPr>
              <a:t>en </a:t>
            </a:r>
            <a:r>
              <a:rPr lang="es-ES" sz="1800" spc="135" dirty="0">
                <a:latin typeface="Trebuchet MS"/>
                <a:cs typeface="Trebuchet MS"/>
              </a:rPr>
              <a:t>los </a:t>
            </a:r>
            <a:r>
              <a:rPr lang="es-ES" sz="1800" spc="70" dirty="0">
                <a:latin typeface="Trebuchet MS"/>
                <a:cs typeface="Trebuchet MS"/>
              </a:rPr>
              <a:t>requerimientos </a:t>
            </a:r>
            <a:r>
              <a:rPr lang="es-ES" sz="1800" spc="25" dirty="0">
                <a:latin typeface="Trebuchet MS"/>
                <a:cs typeface="Trebuchet MS"/>
              </a:rPr>
              <a:t>de </a:t>
            </a:r>
            <a:r>
              <a:rPr lang="es-ES" sz="1800" spc="120" dirty="0">
                <a:latin typeface="Trebuchet MS"/>
                <a:cs typeface="Trebuchet MS"/>
              </a:rPr>
              <a:t>seguridad </a:t>
            </a:r>
            <a:r>
              <a:rPr lang="es-ES" sz="1800" dirty="0">
                <a:latin typeface="Trebuchet MS"/>
                <a:cs typeface="Trebuchet MS"/>
              </a:rPr>
              <a:t>del  </a:t>
            </a:r>
            <a:r>
              <a:rPr lang="es-ES" sz="1800" spc="85" dirty="0">
                <a:latin typeface="Trebuchet MS"/>
                <a:cs typeface="Trebuchet MS"/>
              </a:rPr>
              <a:t>software. </a:t>
            </a:r>
            <a:r>
              <a:rPr lang="es-ES" sz="1800" spc="200" dirty="0">
                <a:latin typeface="Trebuchet MS"/>
                <a:cs typeface="Trebuchet MS"/>
              </a:rPr>
              <a:t>Por</a:t>
            </a:r>
            <a:r>
              <a:rPr lang="es-ES" sz="1800" spc="220" dirty="0">
                <a:latin typeface="Trebuchet MS"/>
                <a:cs typeface="Trebuchet MS"/>
              </a:rPr>
              <a:t> </a:t>
            </a:r>
            <a:r>
              <a:rPr lang="es-ES" sz="1800" spc="-35" dirty="0">
                <a:latin typeface="Trebuchet MS"/>
                <a:cs typeface="Trebuchet MS"/>
              </a:rPr>
              <a:t>ejemplo:</a:t>
            </a:r>
            <a:endParaRPr lang="es-ES" sz="1800" dirty="0">
              <a:latin typeface="Trebuchet MS"/>
              <a:cs typeface="Trebuchet MS"/>
            </a:endParaRPr>
          </a:p>
          <a:p>
            <a:pPr>
              <a:lnSpc>
                <a:spcPct val="100000"/>
              </a:lnSpc>
              <a:spcBef>
                <a:spcPts val="5"/>
              </a:spcBef>
              <a:buClr>
                <a:schemeClr val="accent6">
                  <a:lumMod val="50000"/>
                </a:schemeClr>
              </a:buClr>
              <a:buFont typeface="Wingdings" panose="05000000000000000000" pitchFamily="2" charset="2"/>
              <a:buChar char="§"/>
            </a:pPr>
            <a:endParaRPr lang="es-ES" sz="1900" dirty="0">
              <a:latin typeface="Trebuchet MS"/>
              <a:cs typeface="Trebuchet MS"/>
            </a:endParaRPr>
          </a:p>
          <a:p>
            <a:pPr marL="297815" indent="-285750">
              <a:lnSpc>
                <a:spcPct val="100000"/>
              </a:lnSpc>
              <a:buClr>
                <a:schemeClr val="accent6">
                  <a:lumMod val="50000"/>
                </a:schemeClr>
              </a:buClr>
              <a:buFont typeface="Wingdings" panose="05000000000000000000" pitchFamily="2" charset="2"/>
              <a:buChar char="§"/>
              <a:tabLst>
                <a:tab pos="206375" algn="l"/>
              </a:tabLst>
            </a:pPr>
            <a:r>
              <a:rPr lang="es-ES" sz="1800" spc="85" dirty="0">
                <a:latin typeface="Trebuchet MS"/>
                <a:cs typeface="Trebuchet MS"/>
              </a:rPr>
              <a:t>Arquitectura </a:t>
            </a:r>
            <a:r>
              <a:rPr lang="es-ES" sz="1800" spc="25" dirty="0">
                <a:latin typeface="Trebuchet MS"/>
                <a:cs typeface="Trebuchet MS"/>
              </a:rPr>
              <a:t>de </a:t>
            </a:r>
            <a:r>
              <a:rPr lang="es-ES" sz="1800" spc="65" dirty="0">
                <a:latin typeface="Trebuchet MS"/>
                <a:cs typeface="Trebuchet MS"/>
              </a:rPr>
              <a:t>la</a:t>
            </a:r>
            <a:r>
              <a:rPr lang="es-ES" sz="1800" spc="340" dirty="0">
                <a:latin typeface="Trebuchet MS"/>
                <a:cs typeface="Trebuchet MS"/>
              </a:rPr>
              <a:t> </a:t>
            </a:r>
            <a:r>
              <a:rPr lang="es-ES" sz="1800" spc="70" dirty="0">
                <a:latin typeface="Trebuchet MS"/>
                <a:cs typeface="Trebuchet MS"/>
              </a:rPr>
              <a:t>aplicación</a:t>
            </a:r>
            <a:endParaRPr lang="es-ES" sz="1800" dirty="0">
              <a:latin typeface="Trebuchet MS"/>
              <a:cs typeface="Trebuchet MS"/>
            </a:endParaRPr>
          </a:p>
          <a:p>
            <a:pPr marL="754380" lvl="1" indent="-285750">
              <a:lnSpc>
                <a:spcPct val="100000"/>
              </a:lnSpc>
              <a:spcBef>
                <a:spcPts val="505"/>
              </a:spcBef>
              <a:buClr>
                <a:schemeClr val="accent6">
                  <a:lumMod val="50000"/>
                </a:schemeClr>
              </a:buClr>
              <a:buSzPct val="94117"/>
              <a:buFont typeface="Wingdings" panose="05000000000000000000" pitchFamily="2" charset="2"/>
              <a:buChar char="§"/>
              <a:tabLst>
                <a:tab pos="643255" algn="l"/>
              </a:tabLst>
            </a:pPr>
            <a:r>
              <a:rPr lang="es-ES" sz="1700" i="1" spc="15" dirty="0">
                <a:latin typeface="Trebuchet MS"/>
                <a:cs typeface="Trebuchet MS"/>
              </a:rPr>
              <a:t>¿Cliente/servidor </a:t>
            </a:r>
            <a:r>
              <a:rPr lang="es-ES" sz="1700" i="1" spc="60" dirty="0">
                <a:latin typeface="Trebuchet MS"/>
                <a:cs typeface="Trebuchet MS"/>
              </a:rPr>
              <a:t>o</a:t>
            </a:r>
            <a:r>
              <a:rPr lang="es-ES" sz="1700" i="1" spc="190" dirty="0">
                <a:latin typeface="Trebuchet MS"/>
                <a:cs typeface="Trebuchet MS"/>
              </a:rPr>
              <a:t> </a:t>
            </a:r>
            <a:r>
              <a:rPr lang="es-ES" sz="1700" i="1" spc="120" dirty="0">
                <a:latin typeface="Trebuchet MS"/>
                <a:cs typeface="Trebuchet MS"/>
              </a:rPr>
              <a:t>Desktop?</a:t>
            </a:r>
            <a:endParaRPr lang="es-ES" sz="1700" dirty="0">
              <a:latin typeface="Trebuchet MS"/>
              <a:cs typeface="Trebuchet MS"/>
            </a:endParaRPr>
          </a:p>
          <a:p>
            <a:pPr lvl="1">
              <a:lnSpc>
                <a:spcPct val="100000"/>
              </a:lnSpc>
              <a:spcBef>
                <a:spcPts val="55"/>
              </a:spcBef>
              <a:buClr>
                <a:schemeClr val="accent6">
                  <a:lumMod val="50000"/>
                </a:schemeClr>
              </a:buClr>
              <a:buFont typeface="Wingdings" panose="05000000000000000000" pitchFamily="2" charset="2"/>
              <a:buChar char="§"/>
            </a:pPr>
            <a:endParaRPr lang="es-ES" sz="1550" dirty="0">
              <a:latin typeface="Trebuchet MS"/>
              <a:cs typeface="Trebuchet MS"/>
            </a:endParaRPr>
          </a:p>
          <a:p>
            <a:pPr marL="297815" indent="-285750">
              <a:lnSpc>
                <a:spcPct val="100000"/>
              </a:lnSpc>
              <a:buClr>
                <a:schemeClr val="accent6">
                  <a:lumMod val="50000"/>
                </a:schemeClr>
              </a:buClr>
              <a:buFont typeface="Wingdings" panose="05000000000000000000" pitchFamily="2" charset="2"/>
              <a:buChar char="§"/>
              <a:tabLst>
                <a:tab pos="206375" algn="l"/>
              </a:tabLst>
            </a:pPr>
            <a:r>
              <a:rPr lang="es-ES" sz="1800" spc="125" dirty="0">
                <a:latin typeface="Trebuchet MS"/>
                <a:cs typeface="Trebuchet MS"/>
              </a:rPr>
              <a:t>Plataforma </a:t>
            </a:r>
            <a:r>
              <a:rPr lang="es-ES" sz="1800" spc="75" dirty="0">
                <a:latin typeface="Trebuchet MS"/>
                <a:cs typeface="Trebuchet MS"/>
              </a:rPr>
              <a:t>donde </a:t>
            </a:r>
            <a:r>
              <a:rPr lang="es-ES" sz="1800" spc="110" dirty="0">
                <a:latin typeface="Trebuchet MS"/>
                <a:cs typeface="Trebuchet MS"/>
              </a:rPr>
              <a:t>correrá </a:t>
            </a:r>
            <a:r>
              <a:rPr lang="es-ES" sz="1800" spc="65" dirty="0">
                <a:latin typeface="Trebuchet MS"/>
                <a:cs typeface="Trebuchet MS"/>
              </a:rPr>
              <a:t>la</a:t>
            </a:r>
            <a:r>
              <a:rPr lang="es-ES" sz="1800" spc="295" dirty="0">
                <a:latin typeface="Trebuchet MS"/>
                <a:cs typeface="Trebuchet MS"/>
              </a:rPr>
              <a:t> </a:t>
            </a:r>
            <a:r>
              <a:rPr lang="es-ES" sz="1800" spc="70" dirty="0">
                <a:latin typeface="Trebuchet MS"/>
                <a:cs typeface="Trebuchet MS"/>
              </a:rPr>
              <a:t>aplicación</a:t>
            </a:r>
            <a:endParaRPr lang="es-ES" sz="1800" dirty="0">
              <a:latin typeface="Trebuchet MS"/>
              <a:cs typeface="Trebuchet MS"/>
            </a:endParaRPr>
          </a:p>
          <a:p>
            <a:pPr marL="754380" lvl="1" indent="-285750">
              <a:lnSpc>
                <a:spcPct val="100000"/>
              </a:lnSpc>
              <a:spcBef>
                <a:spcPts val="505"/>
              </a:spcBef>
              <a:buClr>
                <a:schemeClr val="accent6">
                  <a:lumMod val="50000"/>
                </a:schemeClr>
              </a:buClr>
              <a:buSzPct val="94117"/>
              <a:buFont typeface="Wingdings" panose="05000000000000000000" pitchFamily="2" charset="2"/>
              <a:buChar char="§"/>
              <a:tabLst>
                <a:tab pos="642620" algn="l"/>
              </a:tabLst>
            </a:pPr>
            <a:r>
              <a:rPr lang="es-ES" sz="1700" i="1" spc="145" dirty="0">
                <a:latin typeface="Trebuchet MS"/>
                <a:cs typeface="Trebuchet MS"/>
              </a:rPr>
              <a:t>PC </a:t>
            </a:r>
            <a:r>
              <a:rPr lang="es-ES" sz="1700" i="1" spc="-225" dirty="0">
                <a:latin typeface="Trebuchet MS"/>
                <a:cs typeface="Trebuchet MS"/>
              </a:rPr>
              <a:t>/ </a:t>
            </a:r>
            <a:r>
              <a:rPr lang="es-ES" sz="1700" i="1" spc="60" dirty="0">
                <a:latin typeface="Trebuchet MS"/>
                <a:cs typeface="Trebuchet MS"/>
              </a:rPr>
              <a:t>Palm </a:t>
            </a:r>
            <a:r>
              <a:rPr lang="es-ES" sz="1700" i="1" spc="-225" dirty="0">
                <a:latin typeface="Trebuchet MS"/>
                <a:cs typeface="Trebuchet MS"/>
              </a:rPr>
              <a:t>/ </a:t>
            </a:r>
            <a:r>
              <a:rPr lang="es-ES" sz="1700" i="1" spc="-20" dirty="0">
                <a:latin typeface="Trebuchet MS"/>
                <a:cs typeface="Trebuchet MS"/>
              </a:rPr>
              <a:t>Teléfono</a:t>
            </a:r>
            <a:r>
              <a:rPr lang="es-ES" sz="1700" i="1" spc="190" dirty="0">
                <a:latin typeface="Trebuchet MS"/>
                <a:cs typeface="Trebuchet MS"/>
              </a:rPr>
              <a:t> </a:t>
            </a:r>
            <a:r>
              <a:rPr lang="es-ES" sz="1700" i="1" spc="-10" dirty="0">
                <a:latin typeface="Trebuchet MS"/>
                <a:cs typeface="Trebuchet MS"/>
              </a:rPr>
              <a:t>celular</a:t>
            </a:r>
            <a:endParaRPr lang="es-ES" sz="1700" dirty="0">
              <a:latin typeface="Trebuchet MS"/>
              <a:cs typeface="Trebuchet MS"/>
            </a:endParaRPr>
          </a:p>
          <a:p>
            <a:pPr lvl="1">
              <a:lnSpc>
                <a:spcPct val="100000"/>
              </a:lnSpc>
              <a:buClr>
                <a:schemeClr val="accent6">
                  <a:lumMod val="50000"/>
                </a:schemeClr>
              </a:buClr>
              <a:buFont typeface="Wingdings" panose="05000000000000000000" pitchFamily="2" charset="2"/>
              <a:buChar char="§"/>
            </a:pPr>
            <a:endParaRPr lang="es-ES" sz="1600" dirty="0">
              <a:latin typeface="Trebuchet MS"/>
              <a:cs typeface="Trebuchet MS"/>
            </a:endParaRPr>
          </a:p>
          <a:p>
            <a:pPr marL="297815" indent="-285750">
              <a:lnSpc>
                <a:spcPct val="100000"/>
              </a:lnSpc>
              <a:buClr>
                <a:schemeClr val="accent6">
                  <a:lumMod val="50000"/>
                </a:schemeClr>
              </a:buClr>
              <a:buFont typeface="Wingdings" panose="05000000000000000000" pitchFamily="2" charset="2"/>
              <a:buChar char="§"/>
              <a:tabLst>
                <a:tab pos="206375" algn="l"/>
              </a:tabLst>
            </a:pPr>
            <a:r>
              <a:rPr lang="es-ES" sz="1800" spc="120" dirty="0">
                <a:latin typeface="Trebuchet MS"/>
                <a:cs typeface="Trebuchet MS"/>
              </a:rPr>
              <a:t>Tipos </a:t>
            </a:r>
            <a:r>
              <a:rPr lang="es-ES" sz="1800" spc="25" dirty="0">
                <a:latin typeface="Trebuchet MS"/>
                <a:cs typeface="Trebuchet MS"/>
              </a:rPr>
              <a:t>de </a:t>
            </a:r>
            <a:r>
              <a:rPr lang="es-ES" sz="1800" spc="155" dirty="0">
                <a:latin typeface="Trebuchet MS"/>
                <a:cs typeface="Trebuchet MS"/>
              </a:rPr>
              <a:t>datos </a:t>
            </a:r>
            <a:r>
              <a:rPr lang="es-ES" sz="1800" spc="50" dirty="0">
                <a:latin typeface="Trebuchet MS"/>
                <a:cs typeface="Trebuchet MS"/>
              </a:rPr>
              <a:t>que </a:t>
            </a:r>
            <a:r>
              <a:rPr lang="es-ES" sz="1800" spc="150" dirty="0">
                <a:latin typeface="Trebuchet MS"/>
                <a:cs typeface="Trebuchet MS"/>
              </a:rPr>
              <a:t>se </a:t>
            </a:r>
            <a:r>
              <a:rPr lang="es-ES" sz="1800" spc="90" dirty="0">
                <a:latin typeface="Trebuchet MS"/>
                <a:cs typeface="Trebuchet MS"/>
              </a:rPr>
              <a:t>almacenan </a:t>
            </a:r>
            <a:r>
              <a:rPr lang="es-ES" sz="1800" spc="130" dirty="0">
                <a:latin typeface="Trebuchet MS"/>
                <a:cs typeface="Trebuchet MS"/>
              </a:rPr>
              <a:t>o</a:t>
            </a:r>
            <a:r>
              <a:rPr lang="es-ES" sz="1800" spc="484" dirty="0">
                <a:latin typeface="Trebuchet MS"/>
                <a:cs typeface="Trebuchet MS"/>
              </a:rPr>
              <a:t> </a:t>
            </a:r>
            <a:r>
              <a:rPr lang="es-ES" sz="1800" spc="85" dirty="0">
                <a:latin typeface="Trebuchet MS"/>
                <a:cs typeface="Trebuchet MS"/>
              </a:rPr>
              <a:t>transfieren</a:t>
            </a:r>
            <a:endParaRPr lang="es-ES" sz="1800" dirty="0">
              <a:latin typeface="Trebuchet MS"/>
              <a:cs typeface="Trebuchet MS"/>
            </a:endParaRPr>
          </a:p>
          <a:p>
            <a:pPr marL="754380" lvl="1" indent="-285750">
              <a:lnSpc>
                <a:spcPct val="100000"/>
              </a:lnSpc>
              <a:spcBef>
                <a:spcPts val="509"/>
              </a:spcBef>
              <a:buClr>
                <a:schemeClr val="accent6">
                  <a:lumMod val="50000"/>
                </a:schemeClr>
              </a:buClr>
              <a:buSzPct val="94117"/>
              <a:buFont typeface="Wingdings" panose="05000000000000000000" pitchFamily="2" charset="2"/>
              <a:buChar char="§"/>
              <a:tabLst>
                <a:tab pos="642620" algn="l"/>
              </a:tabLst>
            </a:pPr>
            <a:r>
              <a:rPr lang="es-ES" sz="1700" i="1" spc="5" dirty="0">
                <a:latin typeface="Trebuchet MS"/>
                <a:cs typeface="Trebuchet MS"/>
              </a:rPr>
              <a:t>Confidenciales </a:t>
            </a:r>
            <a:r>
              <a:rPr lang="es-ES" sz="1700" i="1" spc="-225" dirty="0">
                <a:latin typeface="Trebuchet MS"/>
                <a:cs typeface="Trebuchet MS"/>
              </a:rPr>
              <a:t>/</a:t>
            </a:r>
            <a:r>
              <a:rPr lang="es-ES" sz="1700" i="1" spc="-80" dirty="0">
                <a:latin typeface="Trebuchet MS"/>
                <a:cs typeface="Trebuchet MS"/>
              </a:rPr>
              <a:t> </a:t>
            </a:r>
            <a:r>
              <a:rPr lang="es-ES" sz="1700" i="1" spc="25" dirty="0">
                <a:latin typeface="Trebuchet MS"/>
                <a:cs typeface="Trebuchet MS"/>
              </a:rPr>
              <a:t>públicos</a:t>
            </a:r>
            <a:endParaRPr lang="es-ES" sz="1700" dirty="0">
              <a:latin typeface="Trebuchet MS"/>
              <a:cs typeface="Trebuchet MS"/>
            </a:endParaRPr>
          </a:p>
          <a:p>
            <a:pPr lvl="1">
              <a:lnSpc>
                <a:spcPct val="100000"/>
              </a:lnSpc>
              <a:spcBef>
                <a:spcPts val="55"/>
              </a:spcBef>
              <a:buClr>
                <a:schemeClr val="accent6">
                  <a:lumMod val="50000"/>
                </a:schemeClr>
              </a:buClr>
              <a:buFont typeface="Wingdings" panose="05000000000000000000" pitchFamily="2" charset="2"/>
              <a:buChar char="§"/>
            </a:pPr>
            <a:endParaRPr lang="es-ES" sz="1550" dirty="0">
              <a:latin typeface="Trebuchet MS"/>
              <a:cs typeface="Trebuchet MS"/>
            </a:endParaRPr>
          </a:p>
          <a:p>
            <a:pPr marL="297815" indent="-285750">
              <a:lnSpc>
                <a:spcPct val="100000"/>
              </a:lnSpc>
              <a:buClr>
                <a:schemeClr val="accent6">
                  <a:lumMod val="50000"/>
                </a:schemeClr>
              </a:buClr>
              <a:buFont typeface="Wingdings" panose="05000000000000000000" pitchFamily="2" charset="2"/>
              <a:buChar char="§"/>
              <a:tabLst>
                <a:tab pos="118110" algn="l"/>
              </a:tabLst>
            </a:pPr>
            <a:r>
              <a:rPr lang="es-ES" sz="1800" spc="60" dirty="0">
                <a:latin typeface="Trebuchet MS"/>
                <a:cs typeface="Trebuchet MS"/>
              </a:rPr>
              <a:t>Requerimiento </a:t>
            </a:r>
            <a:r>
              <a:rPr lang="es-ES" sz="1800" spc="25" dirty="0">
                <a:latin typeface="Trebuchet MS"/>
                <a:cs typeface="Trebuchet MS"/>
              </a:rPr>
              <a:t>de </a:t>
            </a:r>
            <a:r>
              <a:rPr lang="es-ES" sz="1800" spc="55" dirty="0" err="1">
                <a:latin typeface="Trebuchet MS"/>
                <a:cs typeface="Trebuchet MS"/>
              </a:rPr>
              <a:t>compliance</a:t>
            </a:r>
            <a:r>
              <a:rPr lang="es-ES" sz="1800" spc="55" dirty="0">
                <a:latin typeface="Trebuchet MS"/>
                <a:cs typeface="Trebuchet MS"/>
              </a:rPr>
              <a:t> </a:t>
            </a:r>
            <a:r>
              <a:rPr lang="es-ES" sz="1800" spc="90" dirty="0">
                <a:latin typeface="Trebuchet MS"/>
                <a:cs typeface="Trebuchet MS"/>
              </a:rPr>
              <a:t>con </a:t>
            </a:r>
            <a:r>
              <a:rPr lang="es-ES" sz="1800" spc="140" dirty="0">
                <a:latin typeface="Trebuchet MS"/>
                <a:cs typeface="Trebuchet MS"/>
              </a:rPr>
              <a:t>normativas </a:t>
            </a:r>
            <a:r>
              <a:rPr lang="es-ES" sz="1800" spc="195" dirty="0">
                <a:latin typeface="Trebuchet MS"/>
                <a:cs typeface="Trebuchet MS"/>
              </a:rPr>
              <a:t>y </a:t>
            </a:r>
            <a:r>
              <a:rPr lang="es-ES" sz="1800" spc="155" dirty="0">
                <a:latin typeface="Trebuchet MS"/>
                <a:cs typeface="Trebuchet MS"/>
              </a:rPr>
              <a:t>marcos</a:t>
            </a:r>
            <a:r>
              <a:rPr lang="es-ES" sz="1800" spc="560" dirty="0">
                <a:latin typeface="Trebuchet MS"/>
                <a:cs typeface="Trebuchet MS"/>
              </a:rPr>
              <a:t> </a:t>
            </a:r>
            <a:r>
              <a:rPr lang="es-ES" sz="1800" spc="105" dirty="0">
                <a:latin typeface="Trebuchet MS"/>
                <a:cs typeface="Trebuchet MS"/>
              </a:rPr>
              <a:t>regulatorios</a:t>
            </a:r>
            <a:endParaRPr lang="es-ES" sz="1800" dirty="0">
              <a:latin typeface="Trebuchet MS"/>
              <a:cs typeface="Trebuchet MS"/>
            </a:endParaRPr>
          </a:p>
          <a:p>
            <a:pPr marL="754380" lvl="1" indent="-285750">
              <a:lnSpc>
                <a:spcPct val="100000"/>
              </a:lnSpc>
              <a:spcBef>
                <a:spcPts val="509"/>
              </a:spcBef>
              <a:buClr>
                <a:schemeClr val="accent6">
                  <a:lumMod val="50000"/>
                </a:schemeClr>
              </a:buClr>
              <a:buSzPct val="94117"/>
              <a:buFont typeface="Wingdings" panose="05000000000000000000" pitchFamily="2" charset="2"/>
              <a:buChar char="§"/>
              <a:tabLst>
                <a:tab pos="642620" algn="l"/>
                <a:tab pos="1283335" algn="l"/>
                <a:tab pos="2371725" algn="l"/>
              </a:tabLst>
            </a:pPr>
            <a:r>
              <a:rPr lang="es-ES" sz="1700" i="1" spc="65" dirty="0">
                <a:latin typeface="Trebuchet MS"/>
                <a:cs typeface="Trebuchet MS"/>
              </a:rPr>
              <a:t>SOX,	</a:t>
            </a:r>
            <a:r>
              <a:rPr lang="es-ES" sz="1700" i="1" spc="120" dirty="0">
                <a:latin typeface="Trebuchet MS"/>
                <a:cs typeface="Trebuchet MS"/>
              </a:rPr>
              <a:t>PCI-DSS,	</a:t>
            </a:r>
            <a:r>
              <a:rPr lang="es-ES" sz="1700" i="1" spc="-165" dirty="0">
                <a:latin typeface="Trebuchet MS"/>
                <a:cs typeface="Trebuchet MS"/>
              </a:rPr>
              <a:t>“A”</a:t>
            </a:r>
            <a:r>
              <a:rPr lang="es-ES" sz="1700" i="1" spc="95" dirty="0">
                <a:latin typeface="Trebuchet MS"/>
                <a:cs typeface="Trebuchet MS"/>
              </a:rPr>
              <a:t> </a:t>
            </a:r>
            <a:r>
              <a:rPr lang="es-ES" sz="1700" i="1" spc="305" dirty="0">
                <a:latin typeface="Trebuchet MS"/>
                <a:cs typeface="Trebuchet MS"/>
              </a:rPr>
              <a:t>4609</a:t>
            </a:r>
            <a:endParaRPr lang="es-ES" sz="1700" dirty="0">
              <a:latin typeface="Trebuchet MS"/>
              <a:cs typeface="Trebuchet MS"/>
            </a:endParaRPr>
          </a:p>
          <a:p>
            <a:endParaRPr lang="es-ES" dirty="0"/>
          </a:p>
        </p:txBody>
      </p:sp>
      <p:grpSp>
        <p:nvGrpSpPr>
          <p:cNvPr id="4" name="object 5"/>
          <p:cNvGrpSpPr/>
          <p:nvPr/>
        </p:nvGrpSpPr>
        <p:grpSpPr>
          <a:xfrm>
            <a:off x="10308003" y="5644786"/>
            <a:ext cx="1223010" cy="274320"/>
            <a:chOff x="8505329" y="5383529"/>
            <a:chExt cx="1223010" cy="274320"/>
          </a:xfrm>
        </p:grpSpPr>
        <p:sp>
          <p:nvSpPr>
            <p:cNvPr id="5" name="object 6"/>
            <p:cNvSpPr/>
            <p:nvPr/>
          </p:nvSpPr>
          <p:spPr>
            <a:xfrm>
              <a:off x="8505329" y="5383529"/>
              <a:ext cx="80010" cy="34289"/>
            </a:xfrm>
            <a:prstGeom prst="rect">
              <a:avLst/>
            </a:prstGeom>
            <a:blipFill>
              <a:blip r:embed="rId2" cstate="print"/>
              <a:stretch>
                <a:fillRect/>
              </a:stretch>
            </a:blipFill>
          </p:spPr>
          <p:txBody>
            <a:bodyPr wrap="square" lIns="0" tIns="0" rIns="0" bIns="0" rtlCol="0"/>
            <a:lstStyle/>
            <a:p>
              <a:endParaRPr/>
            </a:p>
          </p:txBody>
        </p:sp>
        <p:sp>
          <p:nvSpPr>
            <p:cNvPr id="6" name="object 7"/>
            <p:cNvSpPr/>
            <p:nvPr/>
          </p:nvSpPr>
          <p:spPr>
            <a:xfrm>
              <a:off x="8562479" y="5412104"/>
              <a:ext cx="11430" cy="0"/>
            </a:xfrm>
            <a:custGeom>
              <a:avLst/>
              <a:gdLst/>
              <a:ahLst/>
              <a:cxnLst/>
              <a:rect l="l" t="t" r="r" b="b"/>
              <a:pathLst>
                <a:path w="11429">
                  <a:moveTo>
                    <a:pt x="0" y="0"/>
                  </a:moveTo>
                  <a:lnTo>
                    <a:pt x="11429" y="0"/>
                  </a:lnTo>
                </a:path>
              </a:pathLst>
            </a:custGeom>
            <a:ln w="11429">
              <a:solidFill>
                <a:srgbClr val="DBE4C8"/>
              </a:solidFill>
            </a:ln>
          </p:spPr>
          <p:txBody>
            <a:bodyPr wrap="square" lIns="0" tIns="0" rIns="0" bIns="0" rtlCol="0"/>
            <a:lstStyle/>
            <a:p>
              <a:endParaRPr/>
            </a:p>
          </p:txBody>
        </p:sp>
        <p:sp>
          <p:nvSpPr>
            <p:cNvPr id="7" name="object 8"/>
            <p:cNvSpPr/>
            <p:nvPr/>
          </p:nvSpPr>
          <p:spPr>
            <a:xfrm>
              <a:off x="8745359" y="5383529"/>
              <a:ext cx="285750" cy="68579"/>
            </a:xfrm>
            <a:prstGeom prst="rect">
              <a:avLst/>
            </a:prstGeom>
            <a:blipFill>
              <a:blip r:embed="rId3" cstate="print"/>
              <a:stretch>
                <a:fillRect/>
              </a:stretch>
            </a:blipFill>
          </p:spPr>
          <p:txBody>
            <a:bodyPr wrap="square" lIns="0" tIns="0" rIns="0" bIns="0" rtlCol="0"/>
            <a:lstStyle/>
            <a:p>
              <a:endParaRPr/>
            </a:p>
          </p:txBody>
        </p:sp>
        <p:sp>
          <p:nvSpPr>
            <p:cNvPr id="8" name="object 9"/>
            <p:cNvSpPr/>
            <p:nvPr/>
          </p:nvSpPr>
          <p:spPr>
            <a:xfrm>
              <a:off x="8745359" y="5434964"/>
              <a:ext cx="11430" cy="11430"/>
            </a:xfrm>
            <a:custGeom>
              <a:avLst/>
              <a:gdLst/>
              <a:ahLst/>
              <a:cxnLst/>
              <a:rect l="l" t="t" r="r" b="b"/>
              <a:pathLst>
                <a:path w="11429" h="11429">
                  <a:moveTo>
                    <a:pt x="0" y="0"/>
                  </a:moveTo>
                  <a:lnTo>
                    <a:pt x="11429" y="0"/>
                  </a:lnTo>
                </a:path>
                <a:path w="11429" h="11429">
                  <a:moveTo>
                    <a:pt x="0" y="11430"/>
                  </a:moveTo>
                  <a:lnTo>
                    <a:pt x="11429" y="11430"/>
                  </a:lnTo>
                </a:path>
              </a:pathLst>
            </a:custGeom>
            <a:ln w="11429">
              <a:solidFill>
                <a:srgbClr val="007071"/>
              </a:solidFill>
            </a:ln>
          </p:spPr>
          <p:txBody>
            <a:bodyPr wrap="square" lIns="0" tIns="0" rIns="0" bIns="0" rtlCol="0"/>
            <a:lstStyle/>
            <a:p>
              <a:endParaRPr/>
            </a:p>
          </p:txBody>
        </p:sp>
        <p:sp>
          <p:nvSpPr>
            <p:cNvPr id="9" name="object 10"/>
            <p:cNvSpPr/>
            <p:nvPr/>
          </p:nvSpPr>
          <p:spPr>
            <a:xfrm>
              <a:off x="8871076" y="544639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10" name="object 11"/>
            <p:cNvSpPr/>
            <p:nvPr/>
          </p:nvSpPr>
          <p:spPr>
            <a:xfrm>
              <a:off x="8745359" y="5457824"/>
              <a:ext cx="91440" cy="0"/>
            </a:xfrm>
            <a:custGeom>
              <a:avLst/>
              <a:gdLst/>
              <a:ahLst/>
              <a:cxnLst/>
              <a:rect l="l" t="t" r="r" b="b"/>
              <a:pathLst>
                <a:path w="91440">
                  <a:moveTo>
                    <a:pt x="0" y="0"/>
                  </a:moveTo>
                  <a:lnTo>
                    <a:pt x="11429" y="0"/>
                  </a:lnTo>
                </a:path>
                <a:path w="91440">
                  <a:moveTo>
                    <a:pt x="80009" y="0"/>
                  </a:moveTo>
                  <a:lnTo>
                    <a:pt x="91439" y="0"/>
                  </a:lnTo>
                </a:path>
              </a:pathLst>
            </a:custGeom>
            <a:ln w="11429">
              <a:solidFill>
                <a:srgbClr val="007071"/>
              </a:solidFill>
            </a:ln>
          </p:spPr>
          <p:txBody>
            <a:bodyPr wrap="square" lIns="0" tIns="0" rIns="0" bIns="0" rtlCol="0"/>
            <a:lstStyle/>
            <a:p>
              <a:endParaRPr/>
            </a:p>
          </p:txBody>
        </p:sp>
        <p:sp>
          <p:nvSpPr>
            <p:cNvPr id="11" name="object 12"/>
            <p:cNvSpPr/>
            <p:nvPr/>
          </p:nvSpPr>
          <p:spPr>
            <a:xfrm>
              <a:off x="8871076" y="545782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12" name="object 13"/>
            <p:cNvSpPr/>
            <p:nvPr/>
          </p:nvSpPr>
          <p:spPr>
            <a:xfrm>
              <a:off x="8905379" y="5440679"/>
              <a:ext cx="114300" cy="45719"/>
            </a:xfrm>
            <a:prstGeom prst="rect">
              <a:avLst/>
            </a:prstGeom>
            <a:blipFill>
              <a:blip r:embed="rId4" cstate="print"/>
              <a:stretch>
                <a:fillRect/>
              </a:stretch>
            </a:blipFill>
          </p:spPr>
          <p:txBody>
            <a:bodyPr wrap="square" lIns="0" tIns="0" rIns="0" bIns="0" rtlCol="0"/>
            <a:lstStyle/>
            <a:p>
              <a:endParaRPr/>
            </a:p>
          </p:txBody>
        </p:sp>
        <p:sp>
          <p:nvSpPr>
            <p:cNvPr id="13" name="object 14"/>
            <p:cNvSpPr/>
            <p:nvPr/>
          </p:nvSpPr>
          <p:spPr>
            <a:xfrm>
              <a:off x="8516759" y="5469254"/>
              <a:ext cx="11430" cy="0"/>
            </a:xfrm>
            <a:custGeom>
              <a:avLst/>
              <a:gdLst/>
              <a:ahLst/>
              <a:cxnLst/>
              <a:rect l="l" t="t" r="r" b="b"/>
              <a:pathLst>
                <a:path w="11429">
                  <a:moveTo>
                    <a:pt x="0" y="0"/>
                  </a:moveTo>
                  <a:lnTo>
                    <a:pt x="11429" y="0"/>
                  </a:lnTo>
                </a:path>
              </a:pathLst>
            </a:custGeom>
            <a:ln w="11429">
              <a:solidFill>
                <a:srgbClr val="DBE4C8"/>
              </a:solidFill>
            </a:ln>
          </p:spPr>
          <p:txBody>
            <a:bodyPr wrap="square" lIns="0" tIns="0" rIns="0" bIns="0" rtlCol="0"/>
            <a:lstStyle/>
            <a:p>
              <a:endParaRPr/>
            </a:p>
          </p:txBody>
        </p:sp>
        <p:sp>
          <p:nvSpPr>
            <p:cNvPr id="14" name="object 15"/>
            <p:cNvSpPr/>
            <p:nvPr/>
          </p:nvSpPr>
          <p:spPr>
            <a:xfrm>
              <a:off x="8505329" y="5417819"/>
              <a:ext cx="308610" cy="148589"/>
            </a:xfrm>
            <a:prstGeom prst="rect">
              <a:avLst/>
            </a:prstGeom>
            <a:blipFill>
              <a:blip r:embed="rId5" cstate="print"/>
              <a:stretch>
                <a:fillRect/>
              </a:stretch>
            </a:blipFill>
          </p:spPr>
          <p:txBody>
            <a:bodyPr wrap="square" lIns="0" tIns="0" rIns="0" bIns="0" rtlCol="0"/>
            <a:lstStyle/>
            <a:p>
              <a:endParaRPr/>
            </a:p>
          </p:txBody>
        </p:sp>
        <p:sp>
          <p:nvSpPr>
            <p:cNvPr id="15" name="object 16"/>
            <p:cNvSpPr/>
            <p:nvPr/>
          </p:nvSpPr>
          <p:spPr>
            <a:xfrm>
              <a:off x="8745359" y="5469254"/>
              <a:ext cx="91440" cy="0"/>
            </a:xfrm>
            <a:custGeom>
              <a:avLst/>
              <a:gdLst/>
              <a:ahLst/>
              <a:cxnLst/>
              <a:rect l="l" t="t" r="r" b="b"/>
              <a:pathLst>
                <a:path w="91440">
                  <a:moveTo>
                    <a:pt x="0" y="0"/>
                  </a:moveTo>
                  <a:lnTo>
                    <a:pt x="11429" y="0"/>
                  </a:lnTo>
                </a:path>
                <a:path w="91440">
                  <a:moveTo>
                    <a:pt x="80009" y="0"/>
                  </a:moveTo>
                  <a:lnTo>
                    <a:pt x="91439" y="0"/>
                  </a:lnTo>
                </a:path>
              </a:pathLst>
            </a:custGeom>
            <a:ln w="11429">
              <a:solidFill>
                <a:srgbClr val="007071"/>
              </a:solidFill>
            </a:ln>
          </p:spPr>
          <p:txBody>
            <a:bodyPr wrap="square" lIns="0" tIns="0" rIns="0" bIns="0" rtlCol="0"/>
            <a:lstStyle/>
            <a:p>
              <a:endParaRPr/>
            </a:p>
          </p:txBody>
        </p:sp>
        <p:sp>
          <p:nvSpPr>
            <p:cNvPr id="16" name="object 17"/>
            <p:cNvSpPr/>
            <p:nvPr/>
          </p:nvSpPr>
          <p:spPr>
            <a:xfrm>
              <a:off x="8871076" y="546925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17" name="object 18"/>
            <p:cNvSpPr/>
            <p:nvPr/>
          </p:nvSpPr>
          <p:spPr>
            <a:xfrm>
              <a:off x="8825369" y="548068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18" name="object 19"/>
            <p:cNvSpPr/>
            <p:nvPr/>
          </p:nvSpPr>
          <p:spPr>
            <a:xfrm>
              <a:off x="8871076" y="548068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19" name="object 20"/>
            <p:cNvSpPr/>
            <p:nvPr/>
          </p:nvSpPr>
          <p:spPr>
            <a:xfrm>
              <a:off x="8939669" y="5480684"/>
              <a:ext cx="11430" cy="0"/>
            </a:xfrm>
            <a:custGeom>
              <a:avLst/>
              <a:gdLst/>
              <a:ahLst/>
              <a:cxnLst/>
              <a:rect l="l" t="t" r="r" b="b"/>
              <a:pathLst>
                <a:path w="11429">
                  <a:moveTo>
                    <a:pt x="0" y="0"/>
                  </a:moveTo>
                  <a:lnTo>
                    <a:pt x="11429" y="0"/>
                  </a:lnTo>
                </a:path>
              </a:pathLst>
            </a:custGeom>
            <a:ln w="11429">
              <a:solidFill>
                <a:srgbClr val="DBE4C8"/>
              </a:solidFill>
            </a:ln>
          </p:spPr>
          <p:txBody>
            <a:bodyPr wrap="square" lIns="0" tIns="0" rIns="0" bIns="0" rtlCol="0"/>
            <a:lstStyle/>
            <a:p>
              <a:endParaRPr/>
            </a:p>
          </p:txBody>
        </p:sp>
        <p:sp>
          <p:nvSpPr>
            <p:cNvPr id="20" name="object 21"/>
            <p:cNvSpPr/>
            <p:nvPr/>
          </p:nvSpPr>
          <p:spPr>
            <a:xfrm>
              <a:off x="8825369" y="5492114"/>
              <a:ext cx="11430" cy="0"/>
            </a:xfrm>
            <a:custGeom>
              <a:avLst/>
              <a:gdLst/>
              <a:ahLst/>
              <a:cxnLst/>
              <a:rect l="l" t="t" r="r" b="b"/>
              <a:pathLst>
                <a:path w="11429">
                  <a:moveTo>
                    <a:pt x="0" y="0"/>
                  </a:moveTo>
                  <a:lnTo>
                    <a:pt x="11429" y="0"/>
                  </a:lnTo>
                </a:path>
              </a:pathLst>
            </a:custGeom>
            <a:ln w="11429">
              <a:solidFill>
                <a:srgbClr val="408F88"/>
              </a:solidFill>
            </a:ln>
          </p:spPr>
          <p:txBody>
            <a:bodyPr wrap="square" lIns="0" tIns="0" rIns="0" bIns="0" rtlCol="0"/>
            <a:lstStyle/>
            <a:p>
              <a:endParaRPr/>
            </a:p>
          </p:txBody>
        </p:sp>
        <p:sp>
          <p:nvSpPr>
            <p:cNvPr id="21" name="object 22"/>
            <p:cNvSpPr/>
            <p:nvPr/>
          </p:nvSpPr>
          <p:spPr>
            <a:xfrm>
              <a:off x="8871076" y="5492114"/>
              <a:ext cx="22860" cy="0"/>
            </a:xfrm>
            <a:custGeom>
              <a:avLst/>
              <a:gdLst/>
              <a:ahLst/>
              <a:cxnLst/>
              <a:rect l="l" t="t" r="r" b="b"/>
              <a:pathLst>
                <a:path w="22859">
                  <a:moveTo>
                    <a:pt x="0" y="0"/>
                  </a:moveTo>
                  <a:lnTo>
                    <a:pt x="22859" y="0"/>
                  </a:lnTo>
                </a:path>
              </a:pathLst>
            </a:custGeom>
            <a:ln w="11429">
              <a:solidFill>
                <a:srgbClr val="8AB7A9"/>
              </a:solidFill>
            </a:ln>
          </p:spPr>
          <p:txBody>
            <a:bodyPr wrap="square" lIns="0" tIns="0" rIns="0" bIns="0" rtlCol="0"/>
            <a:lstStyle/>
            <a:p>
              <a:endParaRPr/>
            </a:p>
          </p:txBody>
        </p:sp>
        <p:sp>
          <p:nvSpPr>
            <p:cNvPr id="22" name="object 23"/>
            <p:cNvSpPr/>
            <p:nvPr/>
          </p:nvSpPr>
          <p:spPr>
            <a:xfrm>
              <a:off x="8973959" y="550354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23" name="object 24"/>
            <p:cNvSpPr/>
            <p:nvPr/>
          </p:nvSpPr>
          <p:spPr>
            <a:xfrm>
              <a:off x="8859659" y="5537834"/>
              <a:ext cx="11430" cy="11430"/>
            </a:xfrm>
            <a:custGeom>
              <a:avLst/>
              <a:gdLst/>
              <a:ahLst/>
              <a:cxnLst/>
              <a:rect l="l" t="t" r="r" b="b"/>
              <a:pathLst>
                <a:path w="11429" h="11429">
                  <a:moveTo>
                    <a:pt x="0" y="0"/>
                  </a:moveTo>
                  <a:lnTo>
                    <a:pt x="11429" y="0"/>
                  </a:lnTo>
                </a:path>
                <a:path w="11429" h="11429">
                  <a:moveTo>
                    <a:pt x="0" y="11429"/>
                  </a:moveTo>
                  <a:lnTo>
                    <a:pt x="11429" y="11429"/>
                  </a:lnTo>
                </a:path>
              </a:pathLst>
            </a:custGeom>
            <a:ln w="11429">
              <a:solidFill>
                <a:srgbClr val="007071"/>
              </a:solidFill>
            </a:ln>
          </p:spPr>
          <p:txBody>
            <a:bodyPr wrap="square" lIns="0" tIns="0" rIns="0" bIns="0" rtlCol="0"/>
            <a:lstStyle/>
            <a:p>
              <a:endParaRPr/>
            </a:p>
          </p:txBody>
        </p:sp>
        <p:sp>
          <p:nvSpPr>
            <p:cNvPr id="24" name="object 25"/>
            <p:cNvSpPr/>
            <p:nvPr/>
          </p:nvSpPr>
          <p:spPr>
            <a:xfrm>
              <a:off x="8585326" y="5474969"/>
              <a:ext cx="422922" cy="102869"/>
            </a:xfrm>
            <a:prstGeom prst="rect">
              <a:avLst/>
            </a:prstGeom>
            <a:blipFill>
              <a:blip r:embed="rId6" cstate="print"/>
              <a:stretch>
                <a:fillRect/>
              </a:stretch>
            </a:blipFill>
          </p:spPr>
          <p:txBody>
            <a:bodyPr wrap="square" lIns="0" tIns="0" rIns="0" bIns="0" rtlCol="0"/>
            <a:lstStyle/>
            <a:p>
              <a:endParaRPr/>
            </a:p>
          </p:txBody>
        </p:sp>
        <p:sp>
          <p:nvSpPr>
            <p:cNvPr id="25" name="object 26"/>
            <p:cNvSpPr/>
            <p:nvPr/>
          </p:nvSpPr>
          <p:spPr>
            <a:xfrm>
              <a:off x="8505329" y="5532119"/>
              <a:ext cx="640079" cy="68579"/>
            </a:xfrm>
            <a:prstGeom prst="rect">
              <a:avLst/>
            </a:prstGeom>
            <a:blipFill>
              <a:blip r:embed="rId7" cstate="print"/>
              <a:stretch>
                <a:fillRect/>
              </a:stretch>
            </a:blipFill>
          </p:spPr>
          <p:txBody>
            <a:bodyPr wrap="square" lIns="0" tIns="0" rIns="0" bIns="0" rtlCol="0"/>
            <a:lstStyle/>
            <a:p>
              <a:endParaRPr/>
            </a:p>
          </p:txBody>
        </p:sp>
        <p:sp>
          <p:nvSpPr>
            <p:cNvPr id="26" name="object 27"/>
            <p:cNvSpPr/>
            <p:nvPr/>
          </p:nvSpPr>
          <p:spPr>
            <a:xfrm>
              <a:off x="8596769" y="559498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27" name="object 28"/>
            <p:cNvSpPr/>
            <p:nvPr/>
          </p:nvSpPr>
          <p:spPr>
            <a:xfrm>
              <a:off x="8653919" y="5594984"/>
              <a:ext cx="11430" cy="0"/>
            </a:xfrm>
            <a:custGeom>
              <a:avLst/>
              <a:gdLst/>
              <a:ahLst/>
              <a:cxnLst/>
              <a:rect l="l" t="t" r="r" b="b"/>
              <a:pathLst>
                <a:path w="11429">
                  <a:moveTo>
                    <a:pt x="0" y="0"/>
                  </a:moveTo>
                  <a:lnTo>
                    <a:pt x="11429" y="0"/>
                  </a:lnTo>
                </a:path>
              </a:pathLst>
            </a:custGeom>
            <a:ln w="11429">
              <a:solidFill>
                <a:srgbClr val="DBE4C8"/>
              </a:solidFill>
            </a:ln>
          </p:spPr>
          <p:txBody>
            <a:bodyPr wrap="square" lIns="0" tIns="0" rIns="0" bIns="0" rtlCol="0"/>
            <a:lstStyle/>
            <a:p>
              <a:endParaRPr/>
            </a:p>
          </p:txBody>
        </p:sp>
        <p:sp>
          <p:nvSpPr>
            <p:cNvPr id="28" name="object 29"/>
            <p:cNvSpPr/>
            <p:nvPr/>
          </p:nvSpPr>
          <p:spPr>
            <a:xfrm>
              <a:off x="8688209" y="559498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29" name="object 30"/>
            <p:cNvSpPr/>
            <p:nvPr/>
          </p:nvSpPr>
          <p:spPr>
            <a:xfrm>
              <a:off x="9636886" y="5440679"/>
              <a:ext cx="91452" cy="57149"/>
            </a:xfrm>
            <a:prstGeom prst="rect">
              <a:avLst/>
            </a:prstGeom>
            <a:blipFill>
              <a:blip r:embed="rId8" cstate="print"/>
              <a:stretch>
                <a:fillRect/>
              </a:stretch>
            </a:blipFill>
          </p:spPr>
          <p:txBody>
            <a:bodyPr wrap="square" lIns="0" tIns="0" rIns="0" bIns="0" rtlCol="0"/>
            <a:lstStyle/>
            <a:p>
              <a:endParaRPr/>
            </a:p>
          </p:txBody>
        </p:sp>
        <p:sp>
          <p:nvSpPr>
            <p:cNvPr id="30" name="object 31"/>
            <p:cNvSpPr/>
            <p:nvPr/>
          </p:nvSpPr>
          <p:spPr>
            <a:xfrm>
              <a:off x="9716909" y="5492114"/>
              <a:ext cx="11430" cy="0"/>
            </a:xfrm>
            <a:custGeom>
              <a:avLst/>
              <a:gdLst/>
              <a:ahLst/>
              <a:cxnLst/>
              <a:rect l="l" t="t" r="r" b="b"/>
              <a:pathLst>
                <a:path w="11429">
                  <a:moveTo>
                    <a:pt x="0" y="0"/>
                  </a:moveTo>
                  <a:lnTo>
                    <a:pt x="11429" y="0"/>
                  </a:lnTo>
                </a:path>
              </a:pathLst>
            </a:custGeom>
            <a:ln w="11429">
              <a:solidFill>
                <a:srgbClr val="E0EBEB"/>
              </a:solidFill>
            </a:ln>
          </p:spPr>
          <p:txBody>
            <a:bodyPr wrap="square" lIns="0" tIns="0" rIns="0" bIns="0" rtlCol="0"/>
            <a:lstStyle/>
            <a:p>
              <a:endParaRPr/>
            </a:p>
          </p:txBody>
        </p:sp>
        <p:sp>
          <p:nvSpPr>
            <p:cNvPr id="31" name="object 32"/>
            <p:cNvSpPr/>
            <p:nvPr/>
          </p:nvSpPr>
          <p:spPr>
            <a:xfrm>
              <a:off x="9465436" y="5532119"/>
              <a:ext cx="194322" cy="45719"/>
            </a:xfrm>
            <a:prstGeom prst="rect">
              <a:avLst/>
            </a:prstGeom>
            <a:blipFill>
              <a:blip r:embed="rId9" cstate="print"/>
              <a:stretch>
                <a:fillRect/>
              </a:stretch>
            </a:blipFill>
          </p:spPr>
          <p:txBody>
            <a:bodyPr wrap="square" lIns="0" tIns="0" rIns="0" bIns="0" rtlCol="0"/>
            <a:lstStyle/>
            <a:p>
              <a:endParaRPr/>
            </a:p>
          </p:txBody>
        </p:sp>
        <p:sp>
          <p:nvSpPr>
            <p:cNvPr id="32" name="object 33"/>
            <p:cNvSpPr/>
            <p:nvPr/>
          </p:nvSpPr>
          <p:spPr>
            <a:xfrm>
              <a:off x="9431159" y="5566409"/>
              <a:ext cx="228587" cy="22859"/>
            </a:xfrm>
            <a:prstGeom prst="rect">
              <a:avLst/>
            </a:prstGeom>
            <a:blipFill>
              <a:blip r:embed="rId10" cstate="print"/>
              <a:stretch>
                <a:fillRect/>
              </a:stretch>
            </a:blipFill>
          </p:spPr>
          <p:txBody>
            <a:bodyPr wrap="square" lIns="0" tIns="0" rIns="0" bIns="0" rtlCol="0"/>
            <a:lstStyle/>
            <a:p>
              <a:endParaRPr/>
            </a:p>
          </p:txBody>
        </p:sp>
        <p:sp>
          <p:nvSpPr>
            <p:cNvPr id="33" name="object 34"/>
            <p:cNvSpPr/>
            <p:nvPr/>
          </p:nvSpPr>
          <p:spPr>
            <a:xfrm>
              <a:off x="9431159" y="558355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34" name="object 35"/>
            <p:cNvSpPr/>
            <p:nvPr/>
          </p:nvSpPr>
          <p:spPr>
            <a:xfrm>
              <a:off x="9614027" y="558355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35" name="object 36"/>
            <p:cNvSpPr/>
            <p:nvPr/>
          </p:nvSpPr>
          <p:spPr>
            <a:xfrm>
              <a:off x="8996819" y="5532119"/>
              <a:ext cx="411467" cy="91439"/>
            </a:xfrm>
            <a:prstGeom prst="rect">
              <a:avLst/>
            </a:prstGeom>
            <a:blipFill>
              <a:blip r:embed="rId11" cstate="print"/>
              <a:stretch>
                <a:fillRect/>
              </a:stretch>
            </a:blipFill>
          </p:spPr>
          <p:txBody>
            <a:bodyPr wrap="square" lIns="0" tIns="0" rIns="0" bIns="0" rtlCol="0"/>
            <a:lstStyle/>
            <a:p>
              <a:endParaRPr/>
            </a:p>
          </p:txBody>
        </p:sp>
        <p:sp>
          <p:nvSpPr>
            <p:cNvPr id="36" name="object 37"/>
            <p:cNvSpPr/>
            <p:nvPr/>
          </p:nvSpPr>
          <p:spPr>
            <a:xfrm>
              <a:off x="8893936" y="5594984"/>
              <a:ext cx="11430" cy="0"/>
            </a:xfrm>
            <a:custGeom>
              <a:avLst/>
              <a:gdLst/>
              <a:ahLst/>
              <a:cxnLst/>
              <a:rect l="l" t="t" r="r" b="b"/>
              <a:pathLst>
                <a:path w="11429">
                  <a:moveTo>
                    <a:pt x="0" y="0"/>
                  </a:moveTo>
                  <a:lnTo>
                    <a:pt x="11429" y="0"/>
                  </a:lnTo>
                </a:path>
              </a:pathLst>
            </a:custGeom>
            <a:ln w="11429">
              <a:solidFill>
                <a:srgbClr val="DBE4C8"/>
              </a:solidFill>
            </a:ln>
          </p:spPr>
          <p:txBody>
            <a:bodyPr wrap="square" lIns="0" tIns="0" rIns="0" bIns="0" rtlCol="0"/>
            <a:lstStyle/>
            <a:p>
              <a:endParaRPr/>
            </a:p>
          </p:txBody>
        </p:sp>
        <p:sp>
          <p:nvSpPr>
            <p:cNvPr id="37" name="object 38"/>
            <p:cNvSpPr/>
            <p:nvPr/>
          </p:nvSpPr>
          <p:spPr>
            <a:xfrm>
              <a:off x="8928226" y="559498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38" name="object 39"/>
            <p:cNvSpPr/>
            <p:nvPr/>
          </p:nvSpPr>
          <p:spPr>
            <a:xfrm>
              <a:off x="9133979" y="5594984"/>
              <a:ext cx="11430" cy="0"/>
            </a:xfrm>
            <a:custGeom>
              <a:avLst/>
              <a:gdLst/>
              <a:ahLst/>
              <a:cxnLst/>
              <a:rect l="l" t="t" r="r" b="b"/>
              <a:pathLst>
                <a:path w="11429">
                  <a:moveTo>
                    <a:pt x="0" y="0"/>
                  </a:moveTo>
                  <a:lnTo>
                    <a:pt x="11429" y="0"/>
                  </a:lnTo>
                </a:path>
              </a:pathLst>
            </a:custGeom>
            <a:ln w="11429">
              <a:solidFill>
                <a:srgbClr val="DBE4C8"/>
              </a:solidFill>
            </a:ln>
          </p:spPr>
          <p:txBody>
            <a:bodyPr wrap="square" lIns="0" tIns="0" rIns="0" bIns="0" rtlCol="0"/>
            <a:lstStyle/>
            <a:p>
              <a:endParaRPr/>
            </a:p>
          </p:txBody>
        </p:sp>
        <p:sp>
          <p:nvSpPr>
            <p:cNvPr id="39" name="object 40"/>
            <p:cNvSpPr/>
            <p:nvPr/>
          </p:nvSpPr>
          <p:spPr>
            <a:xfrm>
              <a:off x="8642476" y="5589269"/>
              <a:ext cx="228612" cy="22859"/>
            </a:xfrm>
            <a:prstGeom prst="rect">
              <a:avLst/>
            </a:prstGeom>
            <a:blipFill>
              <a:blip r:embed="rId12" cstate="print"/>
              <a:stretch>
                <a:fillRect/>
              </a:stretch>
            </a:blipFill>
          </p:spPr>
          <p:txBody>
            <a:bodyPr wrap="square" lIns="0" tIns="0" rIns="0" bIns="0" rtlCol="0"/>
            <a:lstStyle/>
            <a:p>
              <a:endParaRPr/>
            </a:p>
          </p:txBody>
        </p:sp>
        <p:sp>
          <p:nvSpPr>
            <p:cNvPr id="40" name="object 41"/>
            <p:cNvSpPr/>
            <p:nvPr/>
          </p:nvSpPr>
          <p:spPr>
            <a:xfrm>
              <a:off x="8882519" y="5589269"/>
              <a:ext cx="240030" cy="22859"/>
            </a:xfrm>
            <a:prstGeom prst="rect">
              <a:avLst/>
            </a:prstGeom>
            <a:blipFill>
              <a:blip r:embed="rId13" cstate="print"/>
              <a:stretch>
                <a:fillRect/>
              </a:stretch>
            </a:blipFill>
          </p:spPr>
          <p:txBody>
            <a:bodyPr wrap="square" lIns="0" tIns="0" rIns="0" bIns="0" rtlCol="0"/>
            <a:lstStyle/>
            <a:p>
              <a:endParaRPr/>
            </a:p>
          </p:txBody>
        </p:sp>
        <p:sp>
          <p:nvSpPr>
            <p:cNvPr id="41" name="object 42"/>
            <p:cNvSpPr/>
            <p:nvPr/>
          </p:nvSpPr>
          <p:spPr>
            <a:xfrm>
              <a:off x="8962529" y="560641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42" name="object 43"/>
            <p:cNvSpPr/>
            <p:nvPr/>
          </p:nvSpPr>
          <p:spPr>
            <a:xfrm>
              <a:off x="8928226" y="561784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43" name="object 44"/>
            <p:cNvSpPr/>
            <p:nvPr/>
          </p:nvSpPr>
          <p:spPr>
            <a:xfrm>
              <a:off x="8962529" y="561784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44" name="object 45"/>
            <p:cNvSpPr/>
            <p:nvPr/>
          </p:nvSpPr>
          <p:spPr>
            <a:xfrm>
              <a:off x="9202559" y="5589269"/>
              <a:ext cx="422897" cy="45719"/>
            </a:xfrm>
            <a:prstGeom prst="rect">
              <a:avLst/>
            </a:prstGeom>
            <a:blipFill>
              <a:blip r:embed="rId14" cstate="print"/>
              <a:stretch>
                <a:fillRect/>
              </a:stretch>
            </a:blipFill>
          </p:spPr>
          <p:txBody>
            <a:bodyPr wrap="square" lIns="0" tIns="0" rIns="0" bIns="0" rtlCol="0"/>
            <a:lstStyle/>
            <a:p>
              <a:endParaRPr/>
            </a:p>
          </p:txBody>
        </p:sp>
        <p:sp>
          <p:nvSpPr>
            <p:cNvPr id="45" name="object 46"/>
            <p:cNvSpPr/>
            <p:nvPr/>
          </p:nvSpPr>
          <p:spPr>
            <a:xfrm>
              <a:off x="9431159" y="5617844"/>
              <a:ext cx="22860" cy="0"/>
            </a:xfrm>
            <a:custGeom>
              <a:avLst/>
              <a:gdLst/>
              <a:ahLst/>
              <a:cxnLst/>
              <a:rect l="l" t="t" r="r" b="b"/>
              <a:pathLst>
                <a:path w="22859">
                  <a:moveTo>
                    <a:pt x="0" y="0"/>
                  </a:moveTo>
                  <a:lnTo>
                    <a:pt x="22859" y="0"/>
                  </a:lnTo>
                </a:path>
              </a:pathLst>
            </a:custGeom>
            <a:ln w="11429">
              <a:solidFill>
                <a:srgbClr val="6BA79D"/>
              </a:solidFill>
            </a:ln>
          </p:spPr>
          <p:txBody>
            <a:bodyPr wrap="square" lIns="0" tIns="0" rIns="0" bIns="0" rtlCol="0"/>
            <a:lstStyle/>
            <a:p>
              <a:endParaRPr/>
            </a:p>
          </p:txBody>
        </p:sp>
        <p:sp>
          <p:nvSpPr>
            <p:cNvPr id="46" name="object 47"/>
            <p:cNvSpPr/>
            <p:nvPr/>
          </p:nvSpPr>
          <p:spPr>
            <a:xfrm>
              <a:off x="9465436" y="5617844"/>
              <a:ext cx="160020" cy="0"/>
            </a:xfrm>
            <a:custGeom>
              <a:avLst/>
              <a:gdLst/>
              <a:ahLst/>
              <a:cxnLst/>
              <a:rect l="l" t="t" r="r" b="b"/>
              <a:pathLst>
                <a:path w="160020">
                  <a:moveTo>
                    <a:pt x="0" y="0"/>
                  </a:moveTo>
                  <a:lnTo>
                    <a:pt x="11429" y="0"/>
                  </a:lnTo>
                </a:path>
                <a:path w="160020">
                  <a:moveTo>
                    <a:pt x="148590" y="0"/>
                  </a:moveTo>
                  <a:lnTo>
                    <a:pt x="160019" y="0"/>
                  </a:lnTo>
                </a:path>
              </a:pathLst>
            </a:custGeom>
            <a:ln w="11429">
              <a:solidFill>
                <a:srgbClr val="007071"/>
              </a:solidFill>
            </a:ln>
          </p:spPr>
          <p:txBody>
            <a:bodyPr wrap="square" lIns="0" tIns="0" rIns="0" bIns="0" rtlCol="0"/>
            <a:lstStyle/>
            <a:p>
              <a:endParaRPr/>
            </a:p>
          </p:txBody>
        </p:sp>
        <p:sp>
          <p:nvSpPr>
            <p:cNvPr id="47" name="object 48"/>
            <p:cNvSpPr/>
            <p:nvPr/>
          </p:nvSpPr>
          <p:spPr>
            <a:xfrm>
              <a:off x="9511169" y="5577839"/>
              <a:ext cx="148577" cy="68579"/>
            </a:xfrm>
            <a:prstGeom prst="rect">
              <a:avLst/>
            </a:prstGeom>
            <a:blipFill>
              <a:blip r:embed="rId15" cstate="print"/>
              <a:stretch>
                <a:fillRect/>
              </a:stretch>
            </a:blipFill>
          </p:spPr>
          <p:txBody>
            <a:bodyPr wrap="square" lIns="0" tIns="0" rIns="0" bIns="0" rtlCol="0"/>
            <a:lstStyle/>
            <a:p>
              <a:endParaRPr/>
            </a:p>
          </p:txBody>
        </p:sp>
        <p:sp>
          <p:nvSpPr>
            <p:cNvPr id="48" name="object 49"/>
            <p:cNvSpPr/>
            <p:nvPr/>
          </p:nvSpPr>
          <p:spPr>
            <a:xfrm>
              <a:off x="8962529" y="562927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49" name="object 50"/>
            <p:cNvSpPr/>
            <p:nvPr/>
          </p:nvSpPr>
          <p:spPr>
            <a:xfrm>
              <a:off x="8768219" y="5600699"/>
              <a:ext cx="182880" cy="57149"/>
            </a:xfrm>
            <a:prstGeom prst="rect">
              <a:avLst/>
            </a:prstGeom>
            <a:blipFill>
              <a:blip r:embed="rId16" cstate="print"/>
              <a:stretch>
                <a:fillRect/>
              </a:stretch>
            </a:blipFill>
          </p:spPr>
          <p:txBody>
            <a:bodyPr wrap="square" lIns="0" tIns="0" rIns="0" bIns="0" rtlCol="0"/>
            <a:lstStyle/>
            <a:p>
              <a:endParaRPr/>
            </a:p>
          </p:txBody>
        </p:sp>
        <p:sp>
          <p:nvSpPr>
            <p:cNvPr id="50" name="object 51"/>
            <p:cNvSpPr/>
            <p:nvPr/>
          </p:nvSpPr>
          <p:spPr>
            <a:xfrm>
              <a:off x="8505329" y="5600699"/>
              <a:ext cx="228587" cy="57149"/>
            </a:xfrm>
            <a:prstGeom prst="rect">
              <a:avLst/>
            </a:prstGeom>
            <a:blipFill>
              <a:blip r:embed="rId17" cstate="print"/>
              <a:stretch>
                <a:fillRect/>
              </a:stretch>
            </a:blipFill>
          </p:spPr>
          <p:txBody>
            <a:bodyPr wrap="square" lIns="0" tIns="0" rIns="0" bIns="0" rtlCol="0"/>
            <a:lstStyle/>
            <a:p>
              <a:endParaRPr/>
            </a:p>
          </p:txBody>
        </p:sp>
        <p:sp>
          <p:nvSpPr>
            <p:cNvPr id="51" name="object 52"/>
            <p:cNvSpPr/>
            <p:nvPr/>
          </p:nvSpPr>
          <p:spPr>
            <a:xfrm>
              <a:off x="9099676" y="5629274"/>
              <a:ext cx="11430" cy="0"/>
            </a:xfrm>
            <a:custGeom>
              <a:avLst/>
              <a:gdLst/>
              <a:ahLst/>
              <a:cxnLst/>
              <a:rect l="l" t="t" r="r" b="b"/>
              <a:pathLst>
                <a:path w="11429">
                  <a:moveTo>
                    <a:pt x="0" y="0"/>
                  </a:moveTo>
                  <a:lnTo>
                    <a:pt x="11429" y="0"/>
                  </a:lnTo>
                </a:path>
              </a:pathLst>
            </a:custGeom>
            <a:ln w="11429">
              <a:solidFill>
                <a:srgbClr val="AFCDB6"/>
              </a:solidFill>
            </a:ln>
          </p:spPr>
          <p:txBody>
            <a:bodyPr wrap="square" lIns="0" tIns="0" rIns="0" bIns="0" rtlCol="0"/>
            <a:lstStyle/>
            <a:p>
              <a:endParaRPr/>
            </a:p>
          </p:txBody>
        </p:sp>
        <p:sp>
          <p:nvSpPr>
            <p:cNvPr id="52" name="object 53"/>
            <p:cNvSpPr/>
            <p:nvPr/>
          </p:nvSpPr>
          <p:spPr>
            <a:xfrm>
              <a:off x="8722486" y="564070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53" name="object 54"/>
            <p:cNvSpPr/>
            <p:nvPr/>
          </p:nvSpPr>
          <p:spPr>
            <a:xfrm>
              <a:off x="9008236" y="5623559"/>
              <a:ext cx="148590" cy="34289"/>
            </a:xfrm>
            <a:prstGeom prst="rect">
              <a:avLst/>
            </a:prstGeom>
            <a:blipFill>
              <a:blip r:embed="rId18" cstate="print"/>
              <a:stretch>
                <a:fillRect/>
              </a:stretch>
            </a:blipFill>
          </p:spPr>
          <p:txBody>
            <a:bodyPr wrap="square" lIns="0" tIns="0" rIns="0" bIns="0" rtlCol="0"/>
            <a:lstStyle/>
            <a:p>
              <a:endParaRPr/>
            </a:p>
          </p:txBody>
        </p:sp>
        <p:sp>
          <p:nvSpPr>
            <p:cNvPr id="54" name="object 55"/>
            <p:cNvSpPr/>
            <p:nvPr/>
          </p:nvSpPr>
          <p:spPr>
            <a:xfrm>
              <a:off x="8962529" y="5640704"/>
              <a:ext cx="11430" cy="0"/>
            </a:xfrm>
            <a:custGeom>
              <a:avLst/>
              <a:gdLst/>
              <a:ahLst/>
              <a:cxnLst/>
              <a:rect l="l" t="t" r="r" b="b"/>
              <a:pathLst>
                <a:path w="11429">
                  <a:moveTo>
                    <a:pt x="0" y="0"/>
                  </a:moveTo>
                  <a:lnTo>
                    <a:pt x="11429" y="0"/>
                  </a:lnTo>
                </a:path>
              </a:pathLst>
            </a:custGeom>
            <a:ln w="11429">
              <a:solidFill>
                <a:srgbClr val="007071"/>
              </a:solidFill>
            </a:ln>
          </p:spPr>
          <p:txBody>
            <a:bodyPr wrap="square" lIns="0" tIns="0" rIns="0" bIns="0" rtlCol="0"/>
            <a:lstStyle/>
            <a:p>
              <a:endParaRPr/>
            </a:p>
          </p:txBody>
        </p:sp>
        <p:sp>
          <p:nvSpPr>
            <p:cNvPr id="55" name="object 56"/>
            <p:cNvSpPr/>
            <p:nvPr/>
          </p:nvSpPr>
          <p:spPr>
            <a:xfrm>
              <a:off x="9213976" y="5623559"/>
              <a:ext cx="262889" cy="34289"/>
            </a:xfrm>
            <a:prstGeom prst="rect">
              <a:avLst/>
            </a:prstGeom>
            <a:blipFill>
              <a:blip r:embed="rId19" cstate="print"/>
              <a:stretch>
                <a:fillRect/>
              </a:stretch>
            </a:blipFill>
          </p:spPr>
          <p:txBody>
            <a:bodyPr wrap="square" lIns="0" tIns="0" rIns="0" bIns="0" rtlCol="0"/>
            <a:lstStyle/>
            <a:p>
              <a:endParaRPr/>
            </a:p>
          </p:txBody>
        </p:sp>
        <p:sp>
          <p:nvSpPr>
            <p:cNvPr id="56" name="object 57"/>
            <p:cNvSpPr/>
            <p:nvPr/>
          </p:nvSpPr>
          <p:spPr>
            <a:xfrm>
              <a:off x="9636886" y="5634989"/>
              <a:ext cx="22859" cy="11429"/>
            </a:xfrm>
            <a:prstGeom prst="rect">
              <a:avLst/>
            </a:prstGeom>
            <a:blipFill>
              <a:blip r:embed="rId20" cstate="print"/>
              <a:stretch>
                <a:fillRect/>
              </a:stretch>
            </a:blipFill>
          </p:spPr>
          <p:txBody>
            <a:bodyPr wrap="square" lIns="0" tIns="0" rIns="0" bIns="0" rtlCol="0"/>
            <a:lstStyle/>
            <a:p>
              <a:endParaRPr/>
            </a:p>
          </p:txBody>
        </p:sp>
        <p:sp>
          <p:nvSpPr>
            <p:cNvPr id="57" name="object 58"/>
            <p:cNvSpPr/>
            <p:nvPr/>
          </p:nvSpPr>
          <p:spPr>
            <a:xfrm>
              <a:off x="9556877" y="5623559"/>
              <a:ext cx="68579" cy="34289"/>
            </a:xfrm>
            <a:prstGeom prst="rect">
              <a:avLst/>
            </a:prstGeom>
            <a:blipFill>
              <a:blip r:embed="rId21" cstate="print"/>
              <a:stretch>
                <a:fillRect/>
              </a:stretch>
            </a:blipFill>
          </p:spPr>
          <p:txBody>
            <a:bodyPr wrap="square" lIns="0" tIns="0" rIns="0" bIns="0" rtlCol="0"/>
            <a:lstStyle/>
            <a:p>
              <a:endParaRPr/>
            </a:p>
          </p:txBody>
        </p:sp>
      </p:grpSp>
      <p:grpSp>
        <p:nvGrpSpPr>
          <p:cNvPr id="58" name="object 59"/>
          <p:cNvGrpSpPr/>
          <p:nvPr/>
        </p:nvGrpSpPr>
        <p:grpSpPr>
          <a:xfrm>
            <a:off x="9022122" y="4996649"/>
            <a:ext cx="1143000" cy="777240"/>
            <a:chOff x="7316609" y="5154929"/>
            <a:chExt cx="1143000" cy="777240"/>
          </a:xfrm>
        </p:grpSpPr>
        <p:sp>
          <p:nvSpPr>
            <p:cNvPr id="59" name="object 60"/>
            <p:cNvSpPr/>
            <p:nvPr/>
          </p:nvSpPr>
          <p:spPr>
            <a:xfrm>
              <a:off x="7316609" y="5154929"/>
              <a:ext cx="1142987" cy="742949"/>
            </a:xfrm>
            <a:prstGeom prst="rect">
              <a:avLst/>
            </a:prstGeom>
            <a:blipFill>
              <a:blip r:embed="rId22" cstate="print"/>
              <a:stretch>
                <a:fillRect/>
              </a:stretch>
            </a:blipFill>
          </p:spPr>
          <p:txBody>
            <a:bodyPr wrap="square" lIns="0" tIns="0" rIns="0" bIns="0" rtlCol="0"/>
            <a:lstStyle/>
            <a:p>
              <a:endParaRPr/>
            </a:p>
          </p:txBody>
        </p:sp>
        <p:sp>
          <p:nvSpPr>
            <p:cNvPr id="60" name="object 61"/>
            <p:cNvSpPr/>
            <p:nvPr/>
          </p:nvSpPr>
          <p:spPr>
            <a:xfrm>
              <a:off x="7568069" y="5903594"/>
              <a:ext cx="22860" cy="22860"/>
            </a:xfrm>
            <a:custGeom>
              <a:avLst/>
              <a:gdLst/>
              <a:ahLst/>
              <a:cxnLst/>
              <a:rect l="l" t="t" r="r" b="b"/>
              <a:pathLst>
                <a:path w="22859" h="22860">
                  <a:moveTo>
                    <a:pt x="0" y="0"/>
                  </a:moveTo>
                  <a:lnTo>
                    <a:pt x="11429" y="0"/>
                  </a:lnTo>
                </a:path>
                <a:path w="22859" h="22860">
                  <a:moveTo>
                    <a:pt x="0" y="11429"/>
                  </a:moveTo>
                  <a:lnTo>
                    <a:pt x="22859" y="11429"/>
                  </a:lnTo>
                </a:path>
                <a:path w="22859" h="22860">
                  <a:moveTo>
                    <a:pt x="0" y="22860"/>
                  </a:moveTo>
                  <a:lnTo>
                    <a:pt x="11429" y="22860"/>
                  </a:lnTo>
                </a:path>
              </a:pathLst>
            </a:custGeom>
            <a:ln w="11429">
              <a:solidFill>
                <a:srgbClr val="E9EBCE"/>
              </a:solidFill>
            </a:ln>
          </p:spPr>
          <p:txBody>
            <a:bodyPr wrap="square" lIns="0" tIns="0" rIns="0" bIns="0" rtlCol="0"/>
            <a:lstStyle/>
            <a:p>
              <a:endParaRPr/>
            </a:p>
          </p:txBody>
        </p:sp>
      </p:grpSp>
    </p:spTree>
    <p:extLst>
      <p:ext uri="{BB962C8B-B14F-4D97-AF65-F5344CB8AC3E}">
        <p14:creationId xmlns:p14="http://schemas.microsoft.com/office/powerpoint/2010/main" val="2877164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85" dirty="0">
                <a:latin typeface="Trebuchet MS"/>
                <a:cs typeface="Trebuchet MS"/>
              </a:rPr>
              <a:t>Seguridad </a:t>
            </a:r>
            <a:r>
              <a:rPr lang="es-ES" spc="40" dirty="0">
                <a:latin typeface="Trebuchet MS"/>
                <a:cs typeface="Trebuchet MS"/>
              </a:rPr>
              <a:t>en </a:t>
            </a:r>
            <a:r>
              <a:rPr lang="es-ES" spc="-65" dirty="0">
                <a:latin typeface="Trebuchet MS"/>
                <a:cs typeface="Trebuchet MS"/>
              </a:rPr>
              <a:t>el </a:t>
            </a:r>
            <a:r>
              <a:rPr lang="es-ES" spc="165" dirty="0">
                <a:latin typeface="Trebuchet MS"/>
                <a:cs typeface="Trebuchet MS"/>
              </a:rPr>
              <a:t>análisis </a:t>
            </a:r>
            <a:r>
              <a:rPr lang="es-ES" spc="35" dirty="0">
                <a:latin typeface="Trebuchet MS"/>
                <a:cs typeface="Trebuchet MS"/>
              </a:rPr>
              <a:t>de</a:t>
            </a:r>
            <a:r>
              <a:rPr lang="es-ES" dirty="0">
                <a:latin typeface="Trebuchet MS"/>
                <a:cs typeface="Trebuchet MS"/>
              </a:rPr>
              <a:t> </a:t>
            </a:r>
            <a:r>
              <a:rPr lang="es-ES" spc="90" dirty="0">
                <a:latin typeface="Trebuchet MS"/>
                <a:cs typeface="Trebuchet MS"/>
              </a:rPr>
              <a:t>requerimientos</a:t>
            </a:r>
            <a:endParaRPr lang="es-ES" dirty="0"/>
          </a:p>
        </p:txBody>
      </p:sp>
      <p:sp>
        <p:nvSpPr>
          <p:cNvPr id="3" name="Marcador de contenido 2"/>
          <p:cNvSpPr>
            <a:spLocks noGrp="1"/>
          </p:cNvSpPr>
          <p:nvPr>
            <p:ph idx="1"/>
          </p:nvPr>
        </p:nvSpPr>
        <p:spPr/>
        <p:txBody>
          <a:bodyPr>
            <a:normAutofit fontScale="92500" lnSpcReduction="20000"/>
          </a:bodyPr>
          <a:lstStyle/>
          <a:p>
            <a:pPr marL="205740" indent="-193675">
              <a:lnSpc>
                <a:spcPct val="100000"/>
              </a:lnSpc>
              <a:spcBef>
                <a:spcPts val="640"/>
              </a:spcBef>
              <a:buClr>
                <a:schemeClr val="accent6">
                  <a:lumMod val="50000"/>
                </a:schemeClr>
              </a:buClr>
              <a:buFont typeface="Wingdings"/>
              <a:buChar char=""/>
              <a:tabLst>
                <a:tab pos="206375" algn="l"/>
              </a:tabLst>
            </a:pPr>
            <a:r>
              <a:rPr lang="es-ES" sz="1800" spc="120" dirty="0">
                <a:latin typeface="Trebuchet MS"/>
                <a:cs typeface="Trebuchet MS"/>
              </a:rPr>
              <a:t>Tipos </a:t>
            </a:r>
            <a:r>
              <a:rPr lang="es-ES" sz="1800" spc="25" dirty="0">
                <a:latin typeface="Trebuchet MS"/>
                <a:cs typeface="Trebuchet MS"/>
              </a:rPr>
              <a:t>de </a:t>
            </a:r>
            <a:r>
              <a:rPr lang="es-ES" sz="1800" spc="114" dirty="0">
                <a:latin typeface="Trebuchet MS"/>
                <a:cs typeface="Trebuchet MS"/>
              </a:rPr>
              <a:t>registro </a:t>
            </a:r>
            <a:r>
              <a:rPr lang="es-ES" sz="1800" spc="50" dirty="0">
                <a:latin typeface="Trebuchet MS"/>
                <a:cs typeface="Trebuchet MS"/>
              </a:rPr>
              <a:t>que </a:t>
            </a:r>
            <a:r>
              <a:rPr lang="es-ES" sz="1800" spc="-50" dirty="0">
                <a:latin typeface="Trebuchet MS"/>
                <a:cs typeface="Trebuchet MS"/>
              </a:rPr>
              <a:t>el </a:t>
            </a:r>
            <a:r>
              <a:rPr lang="es-ES" sz="1800" spc="130" dirty="0">
                <a:latin typeface="Trebuchet MS"/>
                <a:cs typeface="Trebuchet MS"/>
              </a:rPr>
              <a:t>sistema </a:t>
            </a:r>
            <a:r>
              <a:rPr lang="es-ES" sz="1800" spc="30" dirty="0">
                <a:latin typeface="Trebuchet MS"/>
                <a:cs typeface="Trebuchet MS"/>
              </a:rPr>
              <a:t>debe</a:t>
            </a:r>
            <a:r>
              <a:rPr lang="es-ES" sz="1800" spc="190" dirty="0">
                <a:latin typeface="Trebuchet MS"/>
                <a:cs typeface="Trebuchet MS"/>
              </a:rPr>
              <a:t> </a:t>
            </a:r>
            <a:r>
              <a:rPr lang="es-ES" sz="1800" spc="100" dirty="0">
                <a:latin typeface="Trebuchet MS"/>
                <a:cs typeface="Trebuchet MS"/>
              </a:rPr>
              <a:t>generar</a:t>
            </a:r>
            <a:endParaRPr lang="es-ES" sz="1800" dirty="0">
              <a:latin typeface="Trebuchet MS"/>
              <a:cs typeface="Trebuchet MS"/>
            </a:endParaRPr>
          </a:p>
          <a:p>
            <a:pPr marL="641985" lvl="1" indent="-173355">
              <a:lnSpc>
                <a:spcPct val="100000"/>
              </a:lnSpc>
              <a:buClr>
                <a:schemeClr val="accent6">
                  <a:lumMod val="50000"/>
                </a:schemeClr>
              </a:buClr>
              <a:buSzPct val="94117"/>
              <a:buFont typeface="Wingdings"/>
              <a:buChar char=""/>
              <a:tabLst>
                <a:tab pos="642620" algn="l"/>
              </a:tabLst>
            </a:pPr>
            <a:r>
              <a:rPr lang="es-ES" sz="1700" i="1" spc="75" dirty="0">
                <a:latin typeface="Trebuchet MS"/>
                <a:cs typeface="Trebuchet MS"/>
              </a:rPr>
              <a:t>Acceso </a:t>
            </a:r>
            <a:r>
              <a:rPr lang="es-ES" sz="1700" i="1" spc="120" dirty="0">
                <a:latin typeface="Trebuchet MS"/>
                <a:cs typeface="Trebuchet MS"/>
              </a:rPr>
              <a:t>a </a:t>
            </a:r>
            <a:r>
              <a:rPr lang="es-ES" sz="1700" i="1" spc="35" dirty="0">
                <a:latin typeface="Trebuchet MS"/>
                <a:cs typeface="Trebuchet MS"/>
              </a:rPr>
              <a:t>recursos, </a:t>
            </a:r>
            <a:r>
              <a:rPr lang="es-ES" sz="1700" i="1" spc="110" dirty="0">
                <a:latin typeface="Trebuchet MS"/>
                <a:cs typeface="Trebuchet MS"/>
              </a:rPr>
              <a:t>uso </a:t>
            </a:r>
            <a:r>
              <a:rPr lang="es-ES" sz="1700" i="1" spc="-25" dirty="0">
                <a:latin typeface="Trebuchet MS"/>
                <a:cs typeface="Trebuchet MS"/>
              </a:rPr>
              <a:t>de </a:t>
            </a:r>
            <a:r>
              <a:rPr lang="es-ES" sz="1700" i="1" spc="-15" dirty="0">
                <a:latin typeface="Trebuchet MS"/>
                <a:cs typeface="Trebuchet MS"/>
              </a:rPr>
              <a:t>privilegios,</a:t>
            </a:r>
            <a:r>
              <a:rPr lang="es-ES" sz="1700" i="1" spc="280" dirty="0">
                <a:latin typeface="Trebuchet MS"/>
                <a:cs typeface="Trebuchet MS"/>
              </a:rPr>
              <a:t> </a:t>
            </a:r>
            <a:r>
              <a:rPr lang="es-ES" sz="1700" i="1" spc="-100" dirty="0">
                <a:latin typeface="Trebuchet MS"/>
                <a:cs typeface="Trebuchet MS"/>
              </a:rPr>
              <a:t>etc.</a:t>
            </a:r>
            <a:endParaRPr lang="es-ES" sz="1700" dirty="0">
              <a:latin typeface="Trebuchet MS"/>
              <a:cs typeface="Trebuchet MS"/>
            </a:endParaRPr>
          </a:p>
          <a:p>
            <a:pPr lvl="1">
              <a:lnSpc>
                <a:spcPct val="100000"/>
              </a:lnSpc>
              <a:spcBef>
                <a:spcPts val="25"/>
              </a:spcBef>
              <a:buClr>
                <a:schemeClr val="accent6">
                  <a:lumMod val="50000"/>
                </a:schemeClr>
              </a:buClr>
              <a:buChar char=""/>
            </a:pPr>
            <a:endParaRPr lang="es-ES" sz="1850" dirty="0">
              <a:latin typeface="Trebuchet MS"/>
              <a:cs typeface="Trebuchet MS"/>
            </a:endParaRPr>
          </a:p>
          <a:p>
            <a:pPr marL="205740" indent="-193675">
              <a:lnSpc>
                <a:spcPct val="100000"/>
              </a:lnSpc>
              <a:buClr>
                <a:schemeClr val="accent6">
                  <a:lumMod val="50000"/>
                </a:schemeClr>
              </a:buClr>
              <a:buFont typeface="Wingdings"/>
              <a:buChar char=""/>
              <a:tabLst>
                <a:tab pos="206375" algn="l"/>
              </a:tabLst>
            </a:pPr>
            <a:r>
              <a:rPr lang="es-ES" sz="1800" spc="85" dirty="0">
                <a:latin typeface="Trebuchet MS"/>
                <a:cs typeface="Trebuchet MS"/>
              </a:rPr>
              <a:t>Perfiles </a:t>
            </a:r>
            <a:r>
              <a:rPr lang="es-ES" sz="1800" spc="25" dirty="0">
                <a:latin typeface="Trebuchet MS"/>
                <a:cs typeface="Trebuchet MS"/>
              </a:rPr>
              <a:t>de </a:t>
            </a:r>
            <a:r>
              <a:rPr lang="es-ES" sz="1800" spc="140" dirty="0">
                <a:latin typeface="Trebuchet MS"/>
                <a:cs typeface="Trebuchet MS"/>
              </a:rPr>
              <a:t>usuario </a:t>
            </a:r>
            <a:r>
              <a:rPr lang="es-ES" sz="1800" spc="114" dirty="0">
                <a:latin typeface="Trebuchet MS"/>
                <a:cs typeface="Trebuchet MS"/>
              </a:rPr>
              <a:t>necesarios </a:t>
            </a:r>
            <a:r>
              <a:rPr lang="es-ES" sz="1800" spc="155" dirty="0">
                <a:latin typeface="Trebuchet MS"/>
                <a:cs typeface="Trebuchet MS"/>
              </a:rPr>
              <a:t>para </a:t>
            </a:r>
            <a:r>
              <a:rPr lang="es-ES" sz="1800" spc="65" dirty="0">
                <a:latin typeface="Trebuchet MS"/>
                <a:cs typeface="Trebuchet MS"/>
              </a:rPr>
              <a:t>la</a:t>
            </a:r>
            <a:r>
              <a:rPr lang="es-ES" sz="1800" spc="395" dirty="0">
                <a:latin typeface="Trebuchet MS"/>
                <a:cs typeface="Trebuchet MS"/>
              </a:rPr>
              <a:t> </a:t>
            </a:r>
            <a:r>
              <a:rPr lang="es-ES" sz="1800" spc="70" dirty="0">
                <a:latin typeface="Trebuchet MS"/>
                <a:cs typeface="Trebuchet MS"/>
              </a:rPr>
              <a:t>aplicación</a:t>
            </a:r>
            <a:endParaRPr lang="es-ES" sz="1800" dirty="0">
              <a:latin typeface="Trebuchet MS"/>
              <a:cs typeface="Trebuchet MS"/>
            </a:endParaRPr>
          </a:p>
          <a:p>
            <a:pPr marL="662940" lvl="1" indent="-193675">
              <a:lnSpc>
                <a:spcPct val="100000"/>
              </a:lnSpc>
              <a:spcBef>
                <a:spcPts val="750"/>
              </a:spcBef>
              <a:buClr>
                <a:schemeClr val="accent6">
                  <a:lumMod val="50000"/>
                </a:schemeClr>
              </a:buClr>
              <a:buSzPct val="105882"/>
              <a:buFont typeface="Wingdings"/>
              <a:buChar char=""/>
              <a:tabLst>
                <a:tab pos="663575" algn="l"/>
              </a:tabLst>
            </a:pPr>
            <a:r>
              <a:rPr lang="es-ES" sz="1700" i="1" spc="5" dirty="0">
                <a:latin typeface="Trebuchet MS"/>
                <a:cs typeface="Trebuchet MS"/>
              </a:rPr>
              <a:t>Administrador, revisor, </a:t>
            </a:r>
            <a:r>
              <a:rPr lang="es-ES" sz="1700" i="1" spc="-60" dirty="0">
                <a:latin typeface="Trebuchet MS"/>
                <a:cs typeface="Trebuchet MS"/>
              </a:rPr>
              <a:t>editor, </a:t>
            </a:r>
            <a:r>
              <a:rPr lang="es-ES" sz="1700" i="1" spc="55" dirty="0">
                <a:latin typeface="Trebuchet MS"/>
                <a:cs typeface="Trebuchet MS"/>
              </a:rPr>
              <a:t>usuario </a:t>
            </a:r>
            <a:r>
              <a:rPr lang="es-ES" sz="1700" i="1" spc="15" dirty="0">
                <a:latin typeface="Trebuchet MS"/>
                <a:cs typeface="Trebuchet MS"/>
              </a:rPr>
              <a:t>básico,</a:t>
            </a:r>
            <a:r>
              <a:rPr lang="es-ES" sz="1700" i="1" spc="55" dirty="0">
                <a:latin typeface="Trebuchet MS"/>
                <a:cs typeface="Trebuchet MS"/>
              </a:rPr>
              <a:t> </a:t>
            </a:r>
            <a:r>
              <a:rPr lang="es-ES" sz="1700" i="1" spc="-100" dirty="0" smtClean="0">
                <a:latin typeface="Trebuchet MS"/>
                <a:cs typeface="Trebuchet MS"/>
              </a:rPr>
              <a:t>etc.</a:t>
            </a:r>
            <a:endParaRPr lang="es-ES" sz="1700" dirty="0" smtClean="0">
              <a:latin typeface="Trebuchet MS"/>
              <a:cs typeface="Trebuchet MS"/>
            </a:endParaRPr>
          </a:p>
          <a:p>
            <a:pPr marL="205740" indent="-193675">
              <a:lnSpc>
                <a:spcPct val="100000"/>
              </a:lnSpc>
              <a:spcBef>
                <a:spcPts val="750"/>
              </a:spcBef>
              <a:buClr>
                <a:schemeClr val="accent6">
                  <a:lumMod val="50000"/>
                </a:schemeClr>
              </a:buClr>
              <a:buSzPct val="105882"/>
              <a:buFont typeface="Wingdings"/>
              <a:buChar char=""/>
              <a:tabLst>
                <a:tab pos="663575" algn="l"/>
              </a:tabLst>
            </a:pPr>
            <a:r>
              <a:rPr lang="es-ES" sz="2200" spc="120" dirty="0" smtClean="0">
                <a:latin typeface="Trebuchet MS"/>
                <a:cs typeface="Trebuchet MS"/>
              </a:rPr>
              <a:t>Tipos </a:t>
            </a:r>
            <a:r>
              <a:rPr lang="es-ES" sz="2200" spc="25" dirty="0">
                <a:latin typeface="Trebuchet MS"/>
                <a:cs typeface="Trebuchet MS"/>
              </a:rPr>
              <a:t>de </a:t>
            </a:r>
            <a:r>
              <a:rPr lang="es-ES" sz="2200" spc="120" dirty="0">
                <a:latin typeface="Trebuchet MS"/>
                <a:cs typeface="Trebuchet MS"/>
              </a:rPr>
              <a:t>acceso </a:t>
            </a:r>
            <a:r>
              <a:rPr lang="es-ES" sz="2200" spc="195" dirty="0">
                <a:latin typeface="Trebuchet MS"/>
                <a:cs typeface="Trebuchet MS"/>
              </a:rPr>
              <a:t>a </a:t>
            </a:r>
            <a:r>
              <a:rPr lang="es-ES" sz="2200" spc="135" dirty="0">
                <a:latin typeface="Trebuchet MS"/>
                <a:cs typeface="Trebuchet MS"/>
              </a:rPr>
              <a:t>los </a:t>
            </a:r>
            <a:r>
              <a:rPr lang="es-ES" sz="2200" spc="155" dirty="0">
                <a:latin typeface="Trebuchet MS"/>
                <a:cs typeface="Trebuchet MS"/>
              </a:rPr>
              <a:t>datos </a:t>
            </a:r>
            <a:r>
              <a:rPr lang="es-ES" sz="2200" spc="120" dirty="0">
                <a:latin typeface="Trebuchet MS"/>
                <a:cs typeface="Trebuchet MS"/>
              </a:rPr>
              <a:t>por </a:t>
            </a:r>
            <a:r>
              <a:rPr lang="es-ES" sz="2200" spc="85" dirty="0">
                <a:latin typeface="Trebuchet MS"/>
                <a:cs typeface="Trebuchet MS"/>
              </a:rPr>
              <a:t>parte </a:t>
            </a:r>
            <a:r>
              <a:rPr lang="es-ES" sz="2200" spc="25" dirty="0">
                <a:latin typeface="Trebuchet MS"/>
                <a:cs typeface="Trebuchet MS"/>
              </a:rPr>
              <a:t>de </a:t>
            </a:r>
            <a:r>
              <a:rPr lang="es-ES" sz="2200" spc="135" dirty="0">
                <a:latin typeface="Trebuchet MS"/>
                <a:cs typeface="Trebuchet MS"/>
              </a:rPr>
              <a:t>cada</a:t>
            </a:r>
            <a:r>
              <a:rPr lang="es-ES" sz="2200" spc="585" dirty="0">
                <a:latin typeface="Trebuchet MS"/>
                <a:cs typeface="Trebuchet MS"/>
              </a:rPr>
              <a:t> </a:t>
            </a:r>
            <a:r>
              <a:rPr lang="es-ES" sz="2200" spc="25" dirty="0" smtClean="0">
                <a:latin typeface="Trebuchet MS"/>
                <a:cs typeface="Trebuchet MS"/>
              </a:rPr>
              <a:t>perfil</a:t>
            </a:r>
            <a:endParaRPr lang="es-ES" sz="2200" dirty="0" smtClean="0">
              <a:latin typeface="Trebuchet MS"/>
              <a:cs typeface="Trebuchet MS"/>
            </a:endParaRPr>
          </a:p>
          <a:p>
            <a:pPr marL="662940" lvl="1" indent="-193675">
              <a:lnSpc>
                <a:spcPct val="100000"/>
              </a:lnSpc>
              <a:spcBef>
                <a:spcPts val="750"/>
              </a:spcBef>
              <a:buClr>
                <a:schemeClr val="accent6">
                  <a:lumMod val="50000"/>
                </a:schemeClr>
              </a:buClr>
              <a:buSzPct val="105882"/>
              <a:buFont typeface="Wingdings"/>
              <a:buChar char=""/>
              <a:tabLst>
                <a:tab pos="663575" algn="l"/>
              </a:tabLst>
            </a:pPr>
            <a:r>
              <a:rPr lang="es-ES" sz="1700" i="1" spc="-25" dirty="0" smtClean="0">
                <a:latin typeface="Trebuchet MS"/>
                <a:cs typeface="Trebuchet MS"/>
              </a:rPr>
              <a:t>Lectura</a:t>
            </a:r>
            <a:r>
              <a:rPr lang="es-ES" sz="1700" i="1" spc="-25" dirty="0">
                <a:latin typeface="Trebuchet MS"/>
                <a:cs typeface="Trebuchet MS"/>
              </a:rPr>
              <a:t>, </a:t>
            </a:r>
            <a:r>
              <a:rPr lang="es-ES" sz="1700" i="1" spc="-5" dirty="0">
                <a:latin typeface="Trebuchet MS"/>
                <a:cs typeface="Trebuchet MS"/>
              </a:rPr>
              <a:t>escritura, </a:t>
            </a:r>
            <a:r>
              <a:rPr lang="es-ES" sz="1700" i="1" spc="-25" dirty="0">
                <a:latin typeface="Trebuchet MS"/>
                <a:cs typeface="Trebuchet MS"/>
              </a:rPr>
              <a:t>modificación, </a:t>
            </a:r>
            <a:r>
              <a:rPr lang="es-ES" sz="1700" i="1" spc="20" dirty="0">
                <a:latin typeface="Trebuchet MS"/>
                <a:cs typeface="Trebuchet MS"/>
              </a:rPr>
              <a:t>agregado, </a:t>
            </a:r>
            <a:r>
              <a:rPr lang="es-ES" sz="1700" i="1" spc="5" dirty="0">
                <a:latin typeface="Trebuchet MS"/>
                <a:cs typeface="Trebuchet MS"/>
              </a:rPr>
              <a:t>borrado, </a:t>
            </a:r>
            <a:r>
              <a:rPr lang="es-ES" sz="1700" i="1" spc="95" dirty="0">
                <a:latin typeface="Trebuchet MS"/>
                <a:cs typeface="Trebuchet MS"/>
              </a:rPr>
              <a:t> </a:t>
            </a:r>
            <a:r>
              <a:rPr lang="es-ES" sz="1700" i="1" spc="-100" dirty="0">
                <a:latin typeface="Trebuchet MS"/>
                <a:cs typeface="Trebuchet MS"/>
              </a:rPr>
              <a:t>etc.</a:t>
            </a:r>
            <a:endParaRPr lang="es-ES" sz="1700" dirty="0">
              <a:latin typeface="Trebuchet MS"/>
              <a:cs typeface="Trebuchet MS"/>
            </a:endParaRPr>
          </a:p>
          <a:p>
            <a:pPr lvl="1">
              <a:lnSpc>
                <a:spcPct val="100000"/>
              </a:lnSpc>
              <a:spcBef>
                <a:spcPts val="20"/>
              </a:spcBef>
              <a:buClr>
                <a:schemeClr val="accent6">
                  <a:lumMod val="50000"/>
                </a:schemeClr>
              </a:buClr>
              <a:buChar char=""/>
            </a:pPr>
            <a:endParaRPr lang="es-ES" sz="1850" dirty="0">
              <a:latin typeface="Trebuchet MS"/>
              <a:cs typeface="Trebuchet MS"/>
            </a:endParaRPr>
          </a:p>
          <a:p>
            <a:pPr marL="205740" indent="-193675">
              <a:lnSpc>
                <a:spcPct val="100000"/>
              </a:lnSpc>
              <a:buClr>
                <a:schemeClr val="accent6">
                  <a:lumMod val="50000"/>
                </a:schemeClr>
              </a:buClr>
              <a:buFont typeface="Wingdings"/>
              <a:buChar char=""/>
              <a:tabLst>
                <a:tab pos="206375" algn="l"/>
              </a:tabLst>
            </a:pPr>
            <a:r>
              <a:rPr lang="es-ES" sz="1800" spc="105" dirty="0">
                <a:latin typeface="Trebuchet MS"/>
                <a:cs typeface="Trebuchet MS"/>
              </a:rPr>
              <a:t>Acciones </a:t>
            </a:r>
            <a:r>
              <a:rPr lang="es-ES" sz="1800" spc="135" dirty="0">
                <a:latin typeface="Trebuchet MS"/>
                <a:cs typeface="Trebuchet MS"/>
              </a:rPr>
              <a:t>sobre </a:t>
            </a:r>
            <a:r>
              <a:rPr lang="es-ES" sz="1800" spc="-50" dirty="0">
                <a:latin typeface="Trebuchet MS"/>
                <a:cs typeface="Trebuchet MS"/>
              </a:rPr>
              <a:t>el </a:t>
            </a:r>
            <a:r>
              <a:rPr lang="es-ES" sz="1800" spc="130" dirty="0">
                <a:latin typeface="Trebuchet MS"/>
                <a:cs typeface="Trebuchet MS"/>
              </a:rPr>
              <a:t>sistema </a:t>
            </a:r>
            <a:r>
              <a:rPr lang="es-ES" sz="1800" spc="50" dirty="0">
                <a:latin typeface="Trebuchet MS"/>
                <a:cs typeface="Trebuchet MS"/>
              </a:rPr>
              <a:t>que </a:t>
            </a:r>
            <a:r>
              <a:rPr lang="es-ES" sz="1800" spc="40" dirty="0">
                <a:latin typeface="Trebuchet MS"/>
                <a:cs typeface="Trebuchet MS"/>
              </a:rPr>
              <a:t>puede </a:t>
            </a:r>
            <a:r>
              <a:rPr lang="es-ES" sz="1800" spc="90" dirty="0">
                <a:latin typeface="Trebuchet MS"/>
                <a:cs typeface="Trebuchet MS"/>
              </a:rPr>
              <a:t>hacer </a:t>
            </a:r>
            <a:r>
              <a:rPr lang="es-ES" sz="1800" spc="135" dirty="0">
                <a:latin typeface="Trebuchet MS"/>
                <a:cs typeface="Trebuchet MS"/>
              </a:rPr>
              <a:t>cada</a:t>
            </a:r>
            <a:r>
              <a:rPr lang="es-ES" sz="1800" spc="260" dirty="0">
                <a:latin typeface="Trebuchet MS"/>
                <a:cs typeface="Trebuchet MS"/>
              </a:rPr>
              <a:t> </a:t>
            </a:r>
            <a:r>
              <a:rPr lang="es-ES" sz="1800" spc="25" dirty="0">
                <a:latin typeface="Trebuchet MS"/>
                <a:cs typeface="Trebuchet MS"/>
              </a:rPr>
              <a:t>perfil</a:t>
            </a:r>
            <a:endParaRPr lang="es-ES" sz="1800" dirty="0">
              <a:latin typeface="Trebuchet MS"/>
              <a:cs typeface="Trebuchet MS"/>
            </a:endParaRPr>
          </a:p>
          <a:p>
            <a:pPr marL="641985" lvl="1" indent="-173355">
              <a:lnSpc>
                <a:spcPct val="100000"/>
              </a:lnSpc>
              <a:spcBef>
                <a:spcPts val="509"/>
              </a:spcBef>
              <a:buClr>
                <a:schemeClr val="accent6">
                  <a:lumMod val="50000"/>
                </a:schemeClr>
              </a:buClr>
              <a:buSzPct val="94117"/>
              <a:buFont typeface="Wingdings"/>
              <a:buChar char=""/>
              <a:tabLst>
                <a:tab pos="642620" algn="l"/>
              </a:tabLst>
            </a:pPr>
            <a:r>
              <a:rPr lang="es-ES" sz="1700" i="1" spc="35" dirty="0">
                <a:latin typeface="Trebuchet MS"/>
                <a:cs typeface="Trebuchet MS"/>
              </a:rPr>
              <a:t>Cambiar </a:t>
            </a:r>
            <a:r>
              <a:rPr lang="es-ES" sz="1700" i="1" spc="-5" dirty="0">
                <a:latin typeface="Trebuchet MS"/>
                <a:cs typeface="Trebuchet MS"/>
              </a:rPr>
              <a:t>la </a:t>
            </a:r>
            <a:r>
              <a:rPr lang="es-ES" sz="1700" i="1" spc="20" dirty="0">
                <a:latin typeface="Trebuchet MS"/>
                <a:cs typeface="Trebuchet MS"/>
              </a:rPr>
              <a:t>configuración </a:t>
            </a:r>
            <a:r>
              <a:rPr lang="es-ES" sz="1700" i="1" spc="-60" dirty="0">
                <a:latin typeface="Trebuchet MS"/>
                <a:cs typeface="Trebuchet MS"/>
              </a:rPr>
              <a:t>del</a:t>
            </a:r>
            <a:r>
              <a:rPr lang="es-ES" sz="1700" i="1" spc="355" dirty="0">
                <a:latin typeface="Trebuchet MS"/>
                <a:cs typeface="Trebuchet MS"/>
              </a:rPr>
              <a:t> </a:t>
            </a:r>
            <a:r>
              <a:rPr lang="es-ES" sz="1700" i="1" spc="55" dirty="0">
                <a:latin typeface="Trebuchet MS"/>
                <a:cs typeface="Trebuchet MS"/>
              </a:rPr>
              <a:t>sistema</a:t>
            </a:r>
            <a:endParaRPr lang="es-ES" sz="1700" dirty="0">
              <a:latin typeface="Trebuchet MS"/>
              <a:cs typeface="Trebuchet MS"/>
            </a:endParaRPr>
          </a:p>
          <a:p>
            <a:pPr marL="641985" lvl="1" indent="-173355">
              <a:lnSpc>
                <a:spcPct val="100000"/>
              </a:lnSpc>
              <a:spcBef>
                <a:spcPts val="459"/>
              </a:spcBef>
              <a:buClr>
                <a:schemeClr val="accent6">
                  <a:lumMod val="50000"/>
                </a:schemeClr>
              </a:buClr>
              <a:buSzPct val="94117"/>
              <a:buFont typeface="Wingdings"/>
              <a:buChar char=""/>
              <a:tabLst>
                <a:tab pos="642620" algn="l"/>
              </a:tabLst>
            </a:pPr>
            <a:r>
              <a:rPr lang="es-ES" sz="1700" i="1" spc="70" dirty="0">
                <a:latin typeface="Trebuchet MS"/>
                <a:cs typeface="Trebuchet MS"/>
              </a:rPr>
              <a:t>Arrancar </a:t>
            </a:r>
            <a:r>
              <a:rPr lang="es-ES" sz="1700" i="1" spc="60" dirty="0">
                <a:latin typeface="Trebuchet MS"/>
                <a:cs typeface="Trebuchet MS"/>
              </a:rPr>
              <a:t>o </a:t>
            </a:r>
            <a:r>
              <a:rPr lang="es-ES" sz="1700" i="1" spc="-25" dirty="0">
                <a:latin typeface="Trebuchet MS"/>
                <a:cs typeface="Trebuchet MS"/>
              </a:rPr>
              <a:t>detener</a:t>
            </a:r>
            <a:r>
              <a:rPr lang="es-ES" sz="1700" i="1" spc="175" dirty="0">
                <a:latin typeface="Trebuchet MS"/>
                <a:cs typeface="Trebuchet MS"/>
              </a:rPr>
              <a:t> </a:t>
            </a:r>
            <a:r>
              <a:rPr lang="es-ES" sz="1700" i="1" spc="55" dirty="0">
                <a:latin typeface="Trebuchet MS"/>
                <a:cs typeface="Trebuchet MS"/>
              </a:rPr>
              <a:t>servicios</a:t>
            </a:r>
            <a:endParaRPr lang="es-ES" sz="1700" dirty="0">
              <a:latin typeface="Trebuchet MS"/>
              <a:cs typeface="Trebuchet MS"/>
            </a:endParaRPr>
          </a:p>
          <a:p>
            <a:pPr lvl="1">
              <a:lnSpc>
                <a:spcPct val="100000"/>
              </a:lnSpc>
              <a:spcBef>
                <a:spcPts val="20"/>
              </a:spcBef>
              <a:buClr>
                <a:schemeClr val="accent6">
                  <a:lumMod val="50000"/>
                </a:schemeClr>
              </a:buClr>
              <a:buChar char=""/>
            </a:pPr>
            <a:endParaRPr lang="es-ES" sz="1850" dirty="0">
              <a:latin typeface="Trebuchet MS"/>
              <a:cs typeface="Trebuchet MS"/>
            </a:endParaRPr>
          </a:p>
          <a:p>
            <a:pPr marL="205740" indent="-193675">
              <a:lnSpc>
                <a:spcPct val="100000"/>
              </a:lnSpc>
              <a:buClr>
                <a:schemeClr val="accent6">
                  <a:lumMod val="50000"/>
                </a:schemeClr>
              </a:buClr>
              <a:buFont typeface="Wingdings"/>
              <a:buChar char=""/>
              <a:tabLst>
                <a:tab pos="206375" algn="l"/>
              </a:tabLst>
            </a:pPr>
            <a:r>
              <a:rPr lang="es-ES" sz="1800" spc="225" dirty="0">
                <a:latin typeface="Trebuchet MS"/>
                <a:cs typeface="Trebuchet MS"/>
              </a:rPr>
              <a:t>Modos </a:t>
            </a:r>
            <a:r>
              <a:rPr lang="es-ES" sz="1800" spc="25" dirty="0">
                <a:latin typeface="Trebuchet MS"/>
                <a:cs typeface="Trebuchet MS"/>
              </a:rPr>
              <a:t>de</a:t>
            </a:r>
            <a:r>
              <a:rPr lang="es-ES" sz="1800" spc="80" dirty="0">
                <a:latin typeface="Trebuchet MS"/>
                <a:cs typeface="Trebuchet MS"/>
              </a:rPr>
              <a:t> </a:t>
            </a:r>
            <a:r>
              <a:rPr lang="es-ES" sz="1800" spc="65" dirty="0">
                <a:latin typeface="Trebuchet MS"/>
                <a:cs typeface="Trebuchet MS"/>
              </a:rPr>
              <a:t>autenticación</a:t>
            </a:r>
            <a:endParaRPr lang="es-ES" sz="1800" dirty="0">
              <a:latin typeface="Trebuchet MS"/>
              <a:cs typeface="Trebuchet MS"/>
            </a:endParaRPr>
          </a:p>
          <a:p>
            <a:pPr marL="641985" lvl="1" indent="-173355">
              <a:lnSpc>
                <a:spcPct val="100000"/>
              </a:lnSpc>
              <a:spcBef>
                <a:spcPts val="509"/>
              </a:spcBef>
              <a:buClr>
                <a:schemeClr val="accent6">
                  <a:lumMod val="50000"/>
                </a:schemeClr>
              </a:buClr>
              <a:buSzPct val="94117"/>
              <a:buFont typeface="Wingdings"/>
              <a:buChar char=""/>
              <a:tabLst>
                <a:tab pos="642620" algn="l"/>
              </a:tabLst>
            </a:pPr>
            <a:r>
              <a:rPr lang="es-ES" sz="1700" i="1" spc="105" dirty="0" err="1">
                <a:latin typeface="Trebuchet MS"/>
                <a:cs typeface="Trebuchet MS"/>
              </a:rPr>
              <a:t>Passwords</a:t>
            </a:r>
            <a:r>
              <a:rPr lang="es-ES" sz="1700" i="1" spc="105" dirty="0">
                <a:latin typeface="Trebuchet MS"/>
                <a:cs typeface="Trebuchet MS"/>
              </a:rPr>
              <a:t>, </a:t>
            </a:r>
            <a:r>
              <a:rPr lang="es-ES" sz="1700" i="1" spc="5" dirty="0" err="1">
                <a:latin typeface="Trebuchet MS"/>
                <a:cs typeface="Trebuchet MS"/>
              </a:rPr>
              <a:t>Tokens</a:t>
            </a:r>
            <a:r>
              <a:rPr lang="es-ES" sz="1700" i="1" spc="5" dirty="0">
                <a:latin typeface="Trebuchet MS"/>
                <a:cs typeface="Trebuchet MS"/>
              </a:rPr>
              <a:t>,</a:t>
            </a:r>
            <a:r>
              <a:rPr lang="es-ES" sz="1700" i="1" spc="105" dirty="0">
                <a:latin typeface="Trebuchet MS"/>
                <a:cs typeface="Trebuchet MS"/>
              </a:rPr>
              <a:t> </a:t>
            </a:r>
            <a:r>
              <a:rPr lang="es-ES" sz="1700" i="1" spc="30" dirty="0">
                <a:latin typeface="Trebuchet MS"/>
                <a:cs typeface="Trebuchet MS"/>
              </a:rPr>
              <a:t>Biométricos</a:t>
            </a:r>
            <a:endParaRPr lang="es-ES" sz="1700" dirty="0">
              <a:latin typeface="Trebuchet MS"/>
              <a:cs typeface="Trebuchet MS"/>
            </a:endParaRPr>
          </a:p>
          <a:p>
            <a:pPr marL="641985" lvl="1" indent="-173355">
              <a:lnSpc>
                <a:spcPct val="100000"/>
              </a:lnSpc>
              <a:spcBef>
                <a:spcPts val="455"/>
              </a:spcBef>
              <a:buClr>
                <a:schemeClr val="accent6">
                  <a:lumMod val="50000"/>
                </a:schemeClr>
              </a:buClr>
              <a:buSzPct val="94117"/>
              <a:buFont typeface="Wingdings"/>
              <a:buChar char=""/>
              <a:tabLst>
                <a:tab pos="642620" algn="l"/>
              </a:tabLst>
            </a:pPr>
            <a:r>
              <a:rPr lang="es-ES" sz="1700" i="1" spc="-470" dirty="0">
                <a:latin typeface="Trebuchet MS"/>
                <a:cs typeface="Trebuchet MS"/>
              </a:rPr>
              <a:t>1 </a:t>
            </a:r>
            <a:r>
              <a:rPr lang="es-ES" sz="1700" i="1" spc="-25" dirty="0">
                <a:latin typeface="Trebuchet MS"/>
                <a:cs typeface="Trebuchet MS"/>
              </a:rPr>
              <a:t>factor, </a:t>
            </a:r>
            <a:r>
              <a:rPr lang="es-ES" sz="1700" i="1" spc="195" dirty="0">
                <a:latin typeface="Trebuchet MS"/>
                <a:cs typeface="Trebuchet MS"/>
              </a:rPr>
              <a:t>2 </a:t>
            </a:r>
            <a:r>
              <a:rPr lang="es-ES" sz="1700" i="1" dirty="0">
                <a:latin typeface="Trebuchet MS"/>
                <a:cs typeface="Trebuchet MS"/>
              </a:rPr>
              <a:t>factores,</a:t>
            </a:r>
            <a:r>
              <a:rPr lang="es-ES" sz="1700" i="1" spc="114" dirty="0">
                <a:latin typeface="Trebuchet MS"/>
                <a:cs typeface="Trebuchet MS"/>
              </a:rPr>
              <a:t> </a:t>
            </a:r>
            <a:r>
              <a:rPr lang="es-ES" sz="1700" i="1" spc="-25" dirty="0" err="1">
                <a:latin typeface="Trebuchet MS"/>
                <a:cs typeface="Trebuchet MS"/>
              </a:rPr>
              <a:t>etc</a:t>
            </a:r>
            <a:endParaRPr lang="es-ES" sz="1700" dirty="0">
              <a:latin typeface="Trebuchet MS"/>
              <a:cs typeface="Trebuchet MS"/>
            </a:endParaRPr>
          </a:p>
          <a:p>
            <a:pPr>
              <a:buClr>
                <a:schemeClr val="accent6">
                  <a:lumMod val="50000"/>
                </a:schemeClr>
              </a:buClr>
            </a:pPr>
            <a:endParaRPr lang="es-ES" dirty="0"/>
          </a:p>
        </p:txBody>
      </p:sp>
      <p:sp>
        <p:nvSpPr>
          <p:cNvPr id="4" name="object 6"/>
          <p:cNvSpPr/>
          <p:nvPr/>
        </p:nvSpPr>
        <p:spPr>
          <a:xfrm>
            <a:off x="6714103" y="4553403"/>
            <a:ext cx="1574291" cy="1427987"/>
          </a:xfrm>
          <a:prstGeom prst="rect">
            <a:avLst/>
          </a:prstGeom>
          <a:blipFill>
            <a:blip r:embed="rId2" cstate="print"/>
            <a:stretch>
              <a:fillRect/>
            </a:stretch>
          </a:blipFill>
        </p:spPr>
        <p:txBody>
          <a:bodyPr wrap="square" lIns="0" tIns="0" rIns="0" bIns="0" rtlCol="0"/>
          <a:lstStyle/>
          <a:p>
            <a:endParaRPr/>
          </a:p>
        </p:txBody>
      </p:sp>
      <p:grpSp>
        <p:nvGrpSpPr>
          <p:cNvPr id="5" name="object 7"/>
          <p:cNvGrpSpPr/>
          <p:nvPr/>
        </p:nvGrpSpPr>
        <p:grpSpPr>
          <a:xfrm>
            <a:off x="8783955" y="3910584"/>
            <a:ext cx="2569845" cy="1775460"/>
            <a:chOff x="7093135" y="4915665"/>
            <a:chExt cx="2569845" cy="1775460"/>
          </a:xfrm>
        </p:grpSpPr>
        <p:sp>
          <p:nvSpPr>
            <p:cNvPr id="6" name="object 8"/>
            <p:cNvSpPr/>
            <p:nvPr/>
          </p:nvSpPr>
          <p:spPr>
            <a:xfrm>
              <a:off x="7171067" y="5673090"/>
              <a:ext cx="440055" cy="499109"/>
            </a:xfrm>
            <a:custGeom>
              <a:avLst/>
              <a:gdLst/>
              <a:ahLst/>
              <a:cxnLst/>
              <a:rect l="l" t="t" r="r" b="b"/>
              <a:pathLst>
                <a:path w="440054" h="499110">
                  <a:moveTo>
                    <a:pt x="439674" y="131063"/>
                  </a:moveTo>
                  <a:lnTo>
                    <a:pt x="212598" y="0"/>
                  </a:lnTo>
                  <a:lnTo>
                    <a:pt x="0" y="368046"/>
                  </a:lnTo>
                  <a:lnTo>
                    <a:pt x="227075" y="499110"/>
                  </a:lnTo>
                  <a:lnTo>
                    <a:pt x="439674" y="131063"/>
                  </a:lnTo>
                  <a:close/>
                </a:path>
              </a:pathLst>
            </a:custGeom>
            <a:solidFill>
              <a:srgbClr val="FFFFFF"/>
            </a:solidFill>
          </p:spPr>
          <p:txBody>
            <a:bodyPr wrap="square" lIns="0" tIns="0" rIns="0" bIns="0" rtlCol="0"/>
            <a:lstStyle/>
            <a:p>
              <a:endParaRPr/>
            </a:p>
          </p:txBody>
        </p:sp>
        <p:sp>
          <p:nvSpPr>
            <p:cNvPr id="7" name="object 9"/>
            <p:cNvSpPr/>
            <p:nvPr/>
          </p:nvSpPr>
          <p:spPr>
            <a:xfrm>
              <a:off x="7171067" y="5673090"/>
              <a:ext cx="440055" cy="499109"/>
            </a:xfrm>
            <a:custGeom>
              <a:avLst/>
              <a:gdLst/>
              <a:ahLst/>
              <a:cxnLst/>
              <a:rect l="l" t="t" r="r" b="b"/>
              <a:pathLst>
                <a:path w="440054" h="499110">
                  <a:moveTo>
                    <a:pt x="0" y="368046"/>
                  </a:moveTo>
                  <a:lnTo>
                    <a:pt x="227075" y="499110"/>
                  </a:lnTo>
                  <a:lnTo>
                    <a:pt x="439674" y="131063"/>
                  </a:lnTo>
                  <a:lnTo>
                    <a:pt x="212598" y="0"/>
                  </a:lnTo>
                  <a:lnTo>
                    <a:pt x="0" y="368046"/>
                  </a:lnTo>
                  <a:close/>
                </a:path>
              </a:pathLst>
            </a:custGeom>
            <a:ln w="38099">
              <a:solidFill>
                <a:srgbClr val="FFFFFF"/>
              </a:solidFill>
            </a:ln>
          </p:spPr>
          <p:txBody>
            <a:bodyPr wrap="square" lIns="0" tIns="0" rIns="0" bIns="0" rtlCol="0"/>
            <a:lstStyle/>
            <a:p>
              <a:endParaRPr/>
            </a:p>
          </p:txBody>
        </p:sp>
        <p:sp>
          <p:nvSpPr>
            <p:cNvPr id="8" name="object 10"/>
            <p:cNvSpPr/>
            <p:nvPr/>
          </p:nvSpPr>
          <p:spPr>
            <a:xfrm>
              <a:off x="7200894" y="5726099"/>
              <a:ext cx="26292" cy="45301"/>
            </a:xfrm>
            <a:prstGeom prst="rect">
              <a:avLst/>
            </a:prstGeom>
            <a:blipFill>
              <a:blip r:embed="rId3" cstate="print"/>
              <a:stretch>
                <a:fillRect/>
              </a:stretch>
            </a:blipFill>
          </p:spPr>
          <p:txBody>
            <a:bodyPr wrap="square" lIns="0" tIns="0" rIns="0" bIns="0" rtlCol="0"/>
            <a:lstStyle/>
            <a:p>
              <a:endParaRPr/>
            </a:p>
          </p:txBody>
        </p:sp>
        <p:sp>
          <p:nvSpPr>
            <p:cNvPr id="9" name="object 11"/>
            <p:cNvSpPr/>
            <p:nvPr/>
          </p:nvSpPr>
          <p:spPr>
            <a:xfrm>
              <a:off x="7224808" y="5692726"/>
              <a:ext cx="19685" cy="31115"/>
            </a:xfrm>
            <a:custGeom>
              <a:avLst/>
              <a:gdLst/>
              <a:ahLst/>
              <a:cxnLst/>
              <a:rect l="l" t="t" r="r" b="b"/>
              <a:pathLst>
                <a:path w="19684" h="31114">
                  <a:moveTo>
                    <a:pt x="19117" y="0"/>
                  </a:moveTo>
                  <a:lnTo>
                    <a:pt x="0" y="0"/>
                  </a:lnTo>
                  <a:lnTo>
                    <a:pt x="0" y="30998"/>
                  </a:lnTo>
                  <a:lnTo>
                    <a:pt x="19117" y="30998"/>
                  </a:lnTo>
                  <a:lnTo>
                    <a:pt x="19117" y="0"/>
                  </a:lnTo>
                  <a:close/>
                </a:path>
              </a:pathLst>
            </a:custGeom>
            <a:solidFill>
              <a:srgbClr val="FDF8F8"/>
            </a:solidFill>
          </p:spPr>
          <p:txBody>
            <a:bodyPr wrap="square" lIns="0" tIns="0" rIns="0" bIns="0" rtlCol="0"/>
            <a:lstStyle/>
            <a:p>
              <a:endParaRPr/>
            </a:p>
          </p:txBody>
        </p:sp>
        <p:sp>
          <p:nvSpPr>
            <p:cNvPr id="10" name="object 12"/>
            <p:cNvSpPr/>
            <p:nvPr/>
          </p:nvSpPr>
          <p:spPr>
            <a:xfrm>
              <a:off x="7203269" y="5299392"/>
              <a:ext cx="243926" cy="479171"/>
            </a:xfrm>
            <a:prstGeom prst="rect">
              <a:avLst/>
            </a:prstGeom>
            <a:blipFill>
              <a:blip r:embed="rId4" cstate="print"/>
              <a:stretch>
                <a:fillRect/>
              </a:stretch>
            </a:blipFill>
          </p:spPr>
          <p:txBody>
            <a:bodyPr wrap="square" lIns="0" tIns="0" rIns="0" bIns="0" rtlCol="0"/>
            <a:lstStyle/>
            <a:p>
              <a:endParaRPr/>
            </a:p>
          </p:txBody>
        </p:sp>
        <p:sp>
          <p:nvSpPr>
            <p:cNvPr id="11" name="object 13"/>
            <p:cNvSpPr/>
            <p:nvPr/>
          </p:nvSpPr>
          <p:spPr>
            <a:xfrm>
              <a:off x="7208032" y="5258870"/>
              <a:ext cx="265451" cy="522080"/>
            </a:xfrm>
            <a:prstGeom prst="rect">
              <a:avLst/>
            </a:prstGeom>
            <a:blipFill>
              <a:blip r:embed="rId5" cstate="print"/>
              <a:stretch>
                <a:fillRect/>
              </a:stretch>
            </a:blipFill>
          </p:spPr>
          <p:txBody>
            <a:bodyPr wrap="square" lIns="0" tIns="0" rIns="0" bIns="0" rtlCol="0"/>
            <a:lstStyle/>
            <a:p>
              <a:endParaRPr/>
            </a:p>
          </p:txBody>
        </p:sp>
        <p:sp>
          <p:nvSpPr>
            <p:cNvPr id="12" name="object 14"/>
            <p:cNvSpPr/>
            <p:nvPr/>
          </p:nvSpPr>
          <p:spPr>
            <a:xfrm>
              <a:off x="7210407" y="5208819"/>
              <a:ext cx="294149" cy="579294"/>
            </a:xfrm>
            <a:prstGeom prst="rect">
              <a:avLst/>
            </a:prstGeom>
            <a:blipFill>
              <a:blip r:embed="rId6" cstate="print"/>
              <a:stretch>
                <a:fillRect/>
              </a:stretch>
            </a:blipFill>
          </p:spPr>
          <p:txBody>
            <a:bodyPr wrap="square" lIns="0" tIns="0" rIns="0" bIns="0" rtlCol="0"/>
            <a:lstStyle/>
            <a:p>
              <a:endParaRPr/>
            </a:p>
          </p:txBody>
        </p:sp>
        <p:sp>
          <p:nvSpPr>
            <p:cNvPr id="13" name="object 15"/>
            <p:cNvSpPr/>
            <p:nvPr/>
          </p:nvSpPr>
          <p:spPr>
            <a:xfrm>
              <a:off x="7200831" y="5177826"/>
              <a:ext cx="325240" cy="641275"/>
            </a:xfrm>
            <a:prstGeom prst="rect">
              <a:avLst/>
            </a:prstGeom>
            <a:blipFill>
              <a:blip r:embed="rId7" cstate="print"/>
              <a:stretch>
                <a:fillRect/>
              </a:stretch>
            </a:blipFill>
          </p:spPr>
          <p:txBody>
            <a:bodyPr wrap="square" lIns="0" tIns="0" rIns="0" bIns="0" rtlCol="0"/>
            <a:lstStyle/>
            <a:p>
              <a:endParaRPr/>
            </a:p>
          </p:txBody>
        </p:sp>
        <p:sp>
          <p:nvSpPr>
            <p:cNvPr id="14" name="object 16"/>
            <p:cNvSpPr/>
            <p:nvPr/>
          </p:nvSpPr>
          <p:spPr>
            <a:xfrm>
              <a:off x="7200818" y="5146853"/>
              <a:ext cx="346766" cy="684186"/>
            </a:xfrm>
            <a:prstGeom prst="rect">
              <a:avLst/>
            </a:prstGeom>
            <a:blipFill>
              <a:blip r:embed="rId8" cstate="print"/>
              <a:stretch>
                <a:fillRect/>
              </a:stretch>
            </a:blipFill>
          </p:spPr>
          <p:txBody>
            <a:bodyPr wrap="square" lIns="0" tIns="0" rIns="0" bIns="0" rtlCol="0"/>
            <a:lstStyle/>
            <a:p>
              <a:endParaRPr/>
            </a:p>
          </p:txBody>
        </p:sp>
        <p:sp>
          <p:nvSpPr>
            <p:cNvPr id="15" name="object 17"/>
            <p:cNvSpPr/>
            <p:nvPr/>
          </p:nvSpPr>
          <p:spPr>
            <a:xfrm>
              <a:off x="7203193" y="5120629"/>
              <a:ext cx="363507" cy="717560"/>
            </a:xfrm>
            <a:prstGeom prst="rect">
              <a:avLst/>
            </a:prstGeom>
            <a:blipFill>
              <a:blip r:embed="rId9" cstate="print"/>
              <a:stretch>
                <a:fillRect/>
              </a:stretch>
            </a:blipFill>
          </p:spPr>
          <p:txBody>
            <a:bodyPr wrap="square" lIns="0" tIns="0" rIns="0" bIns="0" rtlCol="0"/>
            <a:lstStyle/>
            <a:p>
              <a:endParaRPr/>
            </a:p>
          </p:txBody>
        </p:sp>
        <p:sp>
          <p:nvSpPr>
            <p:cNvPr id="16" name="object 18"/>
            <p:cNvSpPr/>
            <p:nvPr/>
          </p:nvSpPr>
          <p:spPr>
            <a:xfrm>
              <a:off x="7205568" y="5094418"/>
              <a:ext cx="380248" cy="750934"/>
            </a:xfrm>
            <a:prstGeom prst="rect">
              <a:avLst/>
            </a:prstGeom>
            <a:blipFill>
              <a:blip r:embed="rId10" cstate="print"/>
              <a:stretch>
                <a:fillRect/>
              </a:stretch>
            </a:blipFill>
          </p:spPr>
          <p:txBody>
            <a:bodyPr wrap="square" lIns="0" tIns="0" rIns="0" bIns="0" rtlCol="0"/>
            <a:lstStyle/>
            <a:p>
              <a:endParaRPr/>
            </a:p>
          </p:txBody>
        </p:sp>
        <p:sp>
          <p:nvSpPr>
            <p:cNvPr id="17" name="object 19"/>
            <p:cNvSpPr/>
            <p:nvPr/>
          </p:nvSpPr>
          <p:spPr>
            <a:xfrm>
              <a:off x="7210330" y="5072966"/>
              <a:ext cx="392205" cy="774773"/>
            </a:xfrm>
            <a:prstGeom prst="rect">
              <a:avLst/>
            </a:prstGeom>
            <a:blipFill>
              <a:blip r:embed="rId11" cstate="print"/>
              <a:stretch>
                <a:fillRect/>
              </a:stretch>
            </a:blipFill>
          </p:spPr>
          <p:txBody>
            <a:bodyPr wrap="square" lIns="0" tIns="0" rIns="0" bIns="0" rtlCol="0"/>
            <a:lstStyle/>
            <a:p>
              <a:endParaRPr/>
            </a:p>
          </p:txBody>
        </p:sp>
        <p:sp>
          <p:nvSpPr>
            <p:cNvPr id="18" name="object 20"/>
            <p:cNvSpPr/>
            <p:nvPr/>
          </p:nvSpPr>
          <p:spPr>
            <a:xfrm>
              <a:off x="7093135" y="5037221"/>
              <a:ext cx="533310" cy="1056073"/>
            </a:xfrm>
            <a:prstGeom prst="rect">
              <a:avLst/>
            </a:prstGeom>
            <a:blipFill>
              <a:blip r:embed="rId12" cstate="print"/>
              <a:stretch>
                <a:fillRect/>
              </a:stretch>
            </a:blipFill>
          </p:spPr>
          <p:txBody>
            <a:bodyPr wrap="square" lIns="0" tIns="0" rIns="0" bIns="0" rtlCol="0"/>
            <a:lstStyle/>
            <a:p>
              <a:endParaRPr/>
            </a:p>
          </p:txBody>
        </p:sp>
        <p:sp>
          <p:nvSpPr>
            <p:cNvPr id="19" name="object 21"/>
            <p:cNvSpPr/>
            <p:nvPr/>
          </p:nvSpPr>
          <p:spPr>
            <a:xfrm>
              <a:off x="7643197" y="4922792"/>
              <a:ext cx="40641" cy="73908"/>
            </a:xfrm>
            <a:prstGeom prst="rect">
              <a:avLst/>
            </a:prstGeom>
            <a:blipFill>
              <a:blip r:embed="rId13" cstate="print"/>
              <a:stretch>
                <a:fillRect/>
              </a:stretch>
            </a:blipFill>
          </p:spPr>
          <p:txBody>
            <a:bodyPr wrap="square" lIns="0" tIns="0" rIns="0" bIns="0" rtlCol="0"/>
            <a:lstStyle/>
            <a:p>
              <a:endParaRPr/>
            </a:p>
          </p:txBody>
        </p:sp>
        <p:sp>
          <p:nvSpPr>
            <p:cNvPr id="20" name="object 22"/>
            <p:cNvSpPr/>
            <p:nvPr/>
          </p:nvSpPr>
          <p:spPr>
            <a:xfrm>
              <a:off x="7097892" y="4925190"/>
              <a:ext cx="607404" cy="1208668"/>
            </a:xfrm>
            <a:prstGeom prst="rect">
              <a:avLst/>
            </a:prstGeom>
            <a:blipFill>
              <a:blip r:embed="rId14" cstate="print"/>
              <a:stretch>
                <a:fillRect/>
              </a:stretch>
            </a:blipFill>
          </p:spPr>
          <p:txBody>
            <a:bodyPr wrap="square" lIns="0" tIns="0" rIns="0" bIns="0" rtlCol="0"/>
            <a:lstStyle/>
            <a:p>
              <a:endParaRPr/>
            </a:p>
          </p:txBody>
        </p:sp>
        <p:sp>
          <p:nvSpPr>
            <p:cNvPr id="21" name="object 23"/>
            <p:cNvSpPr/>
            <p:nvPr/>
          </p:nvSpPr>
          <p:spPr>
            <a:xfrm>
              <a:off x="7698163" y="4915665"/>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22" name="object 24"/>
            <p:cNvSpPr/>
            <p:nvPr/>
          </p:nvSpPr>
          <p:spPr>
            <a:xfrm>
              <a:off x="7114572" y="4934752"/>
              <a:ext cx="593099" cy="1175268"/>
            </a:xfrm>
            <a:prstGeom prst="rect">
              <a:avLst/>
            </a:prstGeom>
            <a:blipFill>
              <a:blip r:embed="rId15" cstate="print"/>
              <a:stretch>
                <a:fillRect/>
              </a:stretch>
            </a:blipFill>
          </p:spPr>
          <p:txBody>
            <a:bodyPr wrap="square" lIns="0" tIns="0" rIns="0" bIns="0" rtlCol="0"/>
            <a:lstStyle/>
            <a:p>
              <a:endParaRPr/>
            </a:p>
          </p:txBody>
        </p:sp>
        <p:sp>
          <p:nvSpPr>
            <p:cNvPr id="23" name="object 25"/>
            <p:cNvSpPr/>
            <p:nvPr/>
          </p:nvSpPr>
          <p:spPr>
            <a:xfrm>
              <a:off x="7095433" y="5852553"/>
              <a:ext cx="157829" cy="307530"/>
            </a:xfrm>
            <a:prstGeom prst="rect">
              <a:avLst/>
            </a:prstGeom>
            <a:blipFill>
              <a:blip r:embed="rId16" cstate="print"/>
              <a:stretch>
                <a:fillRect/>
              </a:stretch>
            </a:blipFill>
          </p:spPr>
          <p:txBody>
            <a:bodyPr wrap="square" lIns="0" tIns="0" rIns="0" bIns="0" rtlCol="0"/>
            <a:lstStyle/>
            <a:p>
              <a:endParaRPr/>
            </a:p>
          </p:txBody>
        </p:sp>
        <p:sp>
          <p:nvSpPr>
            <p:cNvPr id="24" name="object 26"/>
            <p:cNvSpPr/>
            <p:nvPr/>
          </p:nvSpPr>
          <p:spPr>
            <a:xfrm>
              <a:off x="7260445" y="4937147"/>
              <a:ext cx="451995" cy="893968"/>
            </a:xfrm>
            <a:prstGeom prst="rect">
              <a:avLst/>
            </a:prstGeom>
            <a:blipFill>
              <a:blip r:embed="rId17" cstate="print"/>
              <a:stretch>
                <a:fillRect/>
              </a:stretch>
            </a:blipFill>
          </p:spPr>
          <p:txBody>
            <a:bodyPr wrap="square" lIns="0" tIns="0" rIns="0" bIns="0" rtlCol="0"/>
            <a:lstStyle/>
            <a:p>
              <a:endParaRPr/>
            </a:p>
          </p:txBody>
        </p:sp>
        <p:sp>
          <p:nvSpPr>
            <p:cNvPr id="25" name="object 27"/>
            <p:cNvSpPr/>
            <p:nvPr/>
          </p:nvSpPr>
          <p:spPr>
            <a:xfrm>
              <a:off x="7097808" y="5831109"/>
              <a:ext cx="172179" cy="336137"/>
            </a:xfrm>
            <a:prstGeom prst="rect">
              <a:avLst/>
            </a:prstGeom>
            <a:blipFill>
              <a:blip r:embed="rId18" cstate="print"/>
              <a:stretch>
                <a:fillRect/>
              </a:stretch>
            </a:blipFill>
          </p:spPr>
          <p:txBody>
            <a:bodyPr wrap="square" lIns="0" tIns="0" rIns="0" bIns="0" rtlCol="0"/>
            <a:lstStyle/>
            <a:p>
              <a:endParaRPr/>
            </a:p>
          </p:txBody>
        </p:sp>
        <p:sp>
          <p:nvSpPr>
            <p:cNvPr id="26" name="object 28"/>
            <p:cNvSpPr/>
            <p:nvPr/>
          </p:nvSpPr>
          <p:spPr>
            <a:xfrm>
              <a:off x="7269995" y="4939532"/>
              <a:ext cx="447212" cy="884433"/>
            </a:xfrm>
            <a:prstGeom prst="rect">
              <a:avLst/>
            </a:prstGeom>
            <a:blipFill>
              <a:blip r:embed="rId19" cstate="print"/>
              <a:stretch>
                <a:fillRect/>
              </a:stretch>
            </a:blipFill>
          </p:spPr>
          <p:txBody>
            <a:bodyPr wrap="square" lIns="0" tIns="0" rIns="0" bIns="0" rtlCol="0"/>
            <a:lstStyle/>
            <a:p>
              <a:endParaRPr/>
            </a:p>
          </p:txBody>
        </p:sp>
        <p:sp>
          <p:nvSpPr>
            <p:cNvPr id="27" name="object 29"/>
            <p:cNvSpPr/>
            <p:nvPr/>
          </p:nvSpPr>
          <p:spPr>
            <a:xfrm>
              <a:off x="7102571" y="5828729"/>
              <a:ext cx="174570" cy="340905"/>
            </a:xfrm>
            <a:prstGeom prst="rect">
              <a:avLst/>
            </a:prstGeom>
            <a:blipFill>
              <a:blip r:embed="rId20" cstate="print"/>
              <a:stretch>
                <a:fillRect/>
              </a:stretch>
            </a:blipFill>
          </p:spPr>
          <p:txBody>
            <a:bodyPr wrap="square" lIns="0" tIns="0" rIns="0" bIns="0" rtlCol="0"/>
            <a:lstStyle/>
            <a:p>
              <a:endParaRPr/>
            </a:p>
          </p:txBody>
        </p:sp>
        <p:sp>
          <p:nvSpPr>
            <p:cNvPr id="28" name="object 30"/>
            <p:cNvSpPr/>
            <p:nvPr/>
          </p:nvSpPr>
          <p:spPr>
            <a:xfrm>
              <a:off x="7277158" y="4946693"/>
              <a:ext cx="442428" cy="874898"/>
            </a:xfrm>
            <a:prstGeom prst="rect">
              <a:avLst/>
            </a:prstGeom>
            <a:blipFill>
              <a:blip r:embed="rId21" cstate="print"/>
              <a:stretch>
                <a:fillRect/>
              </a:stretch>
            </a:blipFill>
          </p:spPr>
          <p:txBody>
            <a:bodyPr wrap="square" lIns="0" tIns="0" rIns="0" bIns="0" rtlCol="0"/>
            <a:lstStyle/>
            <a:p>
              <a:endParaRPr/>
            </a:p>
          </p:txBody>
        </p:sp>
        <p:sp>
          <p:nvSpPr>
            <p:cNvPr id="29" name="object 31"/>
            <p:cNvSpPr/>
            <p:nvPr/>
          </p:nvSpPr>
          <p:spPr>
            <a:xfrm>
              <a:off x="7107346" y="5826362"/>
              <a:ext cx="176962" cy="345672"/>
            </a:xfrm>
            <a:prstGeom prst="rect">
              <a:avLst/>
            </a:prstGeom>
            <a:blipFill>
              <a:blip r:embed="rId22" cstate="print"/>
              <a:stretch>
                <a:fillRect/>
              </a:stretch>
            </a:blipFill>
          </p:spPr>
          <p:txBody>
            <a:bodyPr wrap="square" lIns="0" tIns="0" rIns="0" bIns="0" rtlCol="0"/>
            <a:lstStyle/>
            <a:p>
              <a:endParaRPr/>
            </a:p>
          </p:txBody>
        </p:sp>
        <p:sp>
          <p:nvSpPr>
            <p:cNvPr id="30" name="object 32"/>
            <p:cNvSpPr/>
            <p:nvPr/>
          </p:nvSpPr>
          <p:spPr>
            <a:xfrm>
              <a:off x="7281933" y="4949080"/>
              <a:ext cx="442428" cy="874898"/>
            </a:xfrm>
            <a:prstGeom prst="rect">
              <a:avLst/>
            </a:prstGeom>
            <a:blipFill>
              <a:blip r:embed="rId23" cstate="print"/>
              <a:stretch>
                <a:fillRect/>
              </a:stretch>
            </a:blipFill>
          </p:spPr>
          <p:txBody>
            <a:bodyPr wrap="square" lIns="0" tIns="0" rIns="0" bIns="0" rtlCol="0"/>
            <a:lstStyle/>
            <a:p>
              <a:endParaRPr/>
            </a:p>
          </p:txBody>
        </p:sp>
        <p:sp>
          <p:nvSpPr>
            <p:cNvPr id="31" name="object 33"/>
            <p:cNvSpPr/>
            <p:nvPr/>
          </p:nvSpPr>
          <p:spPr>
            <a:xfrm>
              <a:off x="7112109" y="5986086"/>
              <a:ext cx="98039" cy="188336"/>
            </a:xfrm>
            <a:prstGeom prst="rect">
              <a:avLst/>
            </a:prstGeom>
            <a:blipFill>
              <a:blip r:embed="rId24" cstate="print"/>
              <a:stretch>
                <a:fillRect/>
              </a:stretch>
            </a:blipFill>
          </p:spPr>
          <p:txBody>
            <a:bodyPr wrap="square" lIns="0" tIns="0" rIns="0" bIns="0" rtlCol="0"/>
            <a:lstStyle/>
            <a:p>
              <a:endParaRPr/>
            </a:p>
          </p:txBody>
        </p:sp>
        <p:sp>
          <p:nvSpPr>
            <p:cNvPr id="32" name="object 34"/>
            <p:cNvSpPr/>
            <p:nvPr/>
          </p:nvSpPr>
          <p:spPr>
            <a:xfrm>
              <a:off x="7207778" y="5828746"/>
              <a:ext cx="81298" cy="154960"/>
            </a:xfrm>
            <a:prstGeom prst="rect">
              <a:avLst/>
            </a:prstGeom>
            <a:blipFill>
              <a:blip r:embed="rId25" cstate="print"/>
              <a:stretch>
                <a:fillRect/>
              </a:stretch>
            </a:blipFill>
          </p:spPr>
          <p:txBody>
            <a:bodyPr wrap="square" lIns="0" tIns="0" rIns="0" bIns="0" rtlCol="0"/>
            <a:lstStyle/>
            <a:p>
              <a:endParaRPr/>
            </a:p>
          </p:txBody>
        </p:sp>
        <p:sp>
          <p:nvSpPr>
            <p:cNvPr id="33" name="object 35"/>
            <p:cNvSpPr/>
            <p:nvPr/>
          </p:nvSpPr>
          <p:spPr>
            <a:xfrm>
              <a:off x="7286695" y="4956249"/>
              <a:ext cx="440037" cy="870129"/>
            </a:xfrm>
            <a:prstGeom prst="rect">
              <a:avLst/>
            </a:prstGeom>
            <a:blipFill>
              <a:blip r:embed="rId26" cstate="print"/>
              <a:stretch>
                <a:fillRect/>
              </a:stretch>
            </a:blipFill>
          </p:spPr>
          <p:txBody>
            <a:bodyPr wrap="square" lIns="0" tIns="0" rIns="0" bIns="0" rtlCol="0"/>
            <a:lstStyle/>
            <a:p>
              <a:endParaRPr/>
            </a:p>
          </p:txBody>
        </p:sp>
        <p:sp>
          <p:nvSpPr>
            <p:cNvPr id="34" name="object 36"/>
            <p:cNvSpPr/>
            <p:nvPr/>
          </p:nvSpPr>
          <p:spPr>
            <a:xfrm>
              <a:off x="7726750" y="4941941"/>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EFDF5"/>
            </a:solidFill>
          </p:spPr>
          <p:txBody>
            <a:bodyPr wrap="square" lIns="0" tIns="0" rIns="0" bIns="0" rtlCol="0"/>
            <a:lstStyle/>
            <a:p>
              <a:endParaRPr/>
            </a:p>
          </p:txBody>
        </p:sp>
        <p:sp>
          <p:nvSpPr>
            <p:cNvPr id="35" name="object 37"/>
            <p:cNvSpPr/>
            <p:nvPr/>
          </p:nvSpPr>
          <p:spPr>
            <a:xfrm>
              <a:off x="7116871" y="4958631"/>
              <a:ext cx="614624" cy="1218179"/>
            </a:xfrm>
            <a:prstGeom prst="rect">
              <a:avLst/>
            </a:prstGeom>
            <a:blipFill>
              <a:blip r:embed="rId27" cstate="print"/>
              <a:stretch>
                <a:fillRect/>
              </a:stretch>
            </a:blipFill>
          </p:spPr>
          <p:txBody>
            <a:bodyPr wrap="square" lIns="0" tIns="0" rIns="0" bIns="0" rtlCol="0"/>
            <a:lstStyle/>
            <a:p>
              <a:endParaRPr/>
            </a:p>
          </p:txBody>
        </p:sp>
        <p:sp>
          <p:nvSpPr>
            <p:cNvPr id="36" name="object 38"/>
            <p:cNvSpPr/>
            <p:nvPr/>
          </p:nvSpPr>
          <p:spPr>
            <a:xfrm>
              <a:off x="7121646" y="5995643"/>
              <a:ext cx="95648" cy="183567"/>
            </a:xfrm>
            <a:prstGeom prst="rect">
              <a:avLst/>
            </a:prstGeom>
            <a:blipFill>
              <a:blip r:embed="rId28" cstate="print"/>
              <a:stretch>
                <a:fillRect/>
              </a:stretch>
            </a:blipFill>
          </p:spPr>
          <p:txBody>
            <a:bodyPr wrap="square" lIns="0" tIns="0" rIns="0" bIns="0" rtlCol="0"/>
            <a:lstStyle/>
            <a:p>
              <a:endParaRPr/>
            </a:p>
          </p:txBody>
        </p:sp>
        <p:sp>
          <p:nvSpPr>
            <p:cNvPr id="37" name="object 39"/>
            <p:cNvSpPr/>
            <p:nvPr/>
          </p:nvSpPr>
          <p:spPr>
            <a:xfrm>
              <a:off x="7214915" y="4961022"/>
              <a:ext cx="521351" cy="1032234"/>
            </a:xfrm>
            <a:prstGeom prst="rect">
              <a:avLst/>
            </a:prstGeom>
            <a:blipFill>
              <a:blip r:embed="rId29" cstate="print"/>
              <a:stretch>
                <a:fillRect/>
              </a:stretch>
            </a:blipFill>
          </p:spPr>
          <p:txBody>
            <a:bodyPr wrap="square" lIns="0" tIns="0" rIns="0" bIns="0" rtlCol="0"/>
            <a:lstStyle/>
            <a:p>
              <a:endParaRPr/>
            </a:p>
          </p:txBody>
        </p:sp>
        <p:sp>
          <p:nvSpPr>
            <p:cNvPr id="38" name="object 40"/>
            <p:cNvSpPr/>
            <p:nvPr/>
          </p:nvSpPr>
          <p:spPr>
            <a:xfrm>
              <a:off x="7126409" y="5998030"/>
              <a:ext cx="95648" cy="183567"/>
            </a:xfrm>
            <a:prstGeom prst="rect">
              <a:avLst/>
            </a:prstGeom>
            <a:blipFill>
              <a:blip r:embed="rId30" cstate="print"/>
              <a:stretch>
                <a:fillRect/>
              </a:stretch>
            </a:blipFill>
          </p:spPr>
          <p:txBody>
            <a:bodyPr wrap="square" lIns="0" tIns="0" rIns="0" bIns="0" rtlCol="0"/>
            <a:lstStyle/>
            <a:p>
              <a:endParaRPr/>
            </a:p>
          </p:txBody>
        </p:sp>
        <p:sp>
          <p:nvSpPr>
            <p:cNvPr id="39" name="object 41"/>
            <p:cNvSpPr/>
            <p:nvPr/>
          </p:nvSpPr>
          <p:spPr>
            <a:xfrm>
              <a:off x="7219678" y="4968190"/>
              <a:ext cx="518960" cy="1027467"/>
            </a:xfrm>
            <a:prstGeom prst="rect">
              <a:avLst/>
            </a:prstGeom>
            <a:blipFill>
              <a:blip r:embed="rId31" cstate="print"/>
              <a:stretch>
                <a:fillRect/>
              </a:stretch>
            </a:blipFill>
          </p:spPr>
          <p:txBody>
            <a:bodyPr wrap="square" lIns="0" tIns="0" rIns="0" bIns="0" rtlCol="0"/>
            <a:lstStyle/>
            <a:p>
              <a:endParaRPr/>
            </a:p>
          </p:txBody>
        </p:sp>
        <p:sp>
          <p:nvSpPr>
            <p:cNvPr id="40" name="object 42"/>
            <p:cNvSpPr/>
            <p:nvPr/>
          </p:nvSpPr>
          <p:spPr>
            <a:xfrm>
              <a:off x="7131179" y="4970584"/>
              <a:ext cx="616999" cy="1215801"/>
            </a:xfrm>
            <a:prstGeom prst="rect">
              <a:avLst/>
            </a:prstGeom>
            <a:blipFill>
              <a:blip r:embed="rId32" cstate="print"/>
              <a:stretch>
                <a:fillRect/>
              </a:stretch>
            </a:blipFill>
          </p:spPr>
          <p:txBody>
            <a:bodyPr wrap="square" lIns="0" tIns="0" rIns="0" bIns="0" rtlCol="0"/>
            <a:lstStyle/>
            <a:p>
              <a:endParaRPr/>
            </a:p>
          </p:txBody>
        </p:sp>
        <p:sp>
          <p:nvSpPr>
            <p:cNvPr id="41" name="object 43"/>
            <p:cNvSpPr/>
            <p:nvPr/>
          </p:nvSpPr>
          <p:spPr>
            <a:xfrm>
              <a:off x="7140722" y="5914617"/>
              <a:ext cx="141088" cy="274156"/>
            </a:xfrm>
            <a:prstGeom prst="rect">
              <a:avLst/>
            </a:prstGeom>
            <a:blipFill>
              <a:blip r:embed="rId33" cstate="print"/>
              <a:stretch>
                <a:fillRect/>
              </a:stretch>
            </a:blipFill>
          </p:spPr>
          <p:txBody>
            <a:bodyPr wrap="square" lIns="0" tIns="0" rIns="0" bIns="0" rtlCol="0"/>
            <a:lstStyle/>
            <a:p>
              <a:endParaRPr/>
            </a:p>
          </p:txBody>
        </p:sp>
        <p:sp>
          <p:nvSpPr>
            <p:cNvPr id="42" name="object 44"/>
            <p:cNvSpPr/>
            <p:nvPr/>
          </p:nvSpPr>
          <p:spPr>
            <a:xfrm>
              <a:off x="7279431" y="4975364"/>
              <a:ext cx="473519" cy="936879"/>
            </a:xfrm>
            <a:prstGeom prst="rect">
              <a:avLst/>
            </a:prstGeom>
            <a:blipFill>
              <a:blip r:embed="rId34" cstate="print"/>
              <a:stretch>
                <a:fillRect/>
              </a:stretch>
            </a:blipFill>
          </p:spPr>
          <p:txBody>
            <a:bodyPr wrap="square" lIns="0" tIns="0" rIns="0" bIns="0" rtlCol="0"/>
            <a:lstStyle/>
            <a:p>
              <a:endParaRPr/>
            </a:p>
          </p:txBody>
        </p:sp>
        <p:sp>
          <p:nvSpPr>
            <p:cNvPr id="43" name="object 45"/>
            <p:cNvSpPr/>
            <p:nvPr/>
          </p:nvSpPr>
          <p:spPr>
            <a:xfrm>
              <a:off x="7145484" y="4982518"/>
              <a:ext cx="609840" cy="1208642"/>
            </a:xfrm>
            <a:prstGeom prst="rect">
              <a:avLst/>
            </a:prstGeom>
            <a:blipFill>
              <a:blip r:embed="rId35" cstate="print"/>
              <a:stretch>
                <a:fillRect/>
              </a:stretch>
            </a:blipFill>
          </p:spPr>
          <p:txBody>
            <a:bodyPr wrap="square" lIns="0" tIns="0" rIns="0" bIns="0" rtlCol="0"/>
            <a:lstStyle/>
            <a:p>
              <a:endParaRPr/>
            </a:p>
          </p:txBody>
        </p:sp>
        <p:sp>
          <p:nvSpPr>
            <p:cNvPr id="44" name="object 46"/>
            <p:cNvSpPr/>
            <p:nvPr/>
          </p:nvSpPr>
          <p:spPr>
            <a:xfrm>
              <a:off x="7150247" y="5847888"/>
              <a:ext cx="176962" cy="345672"/>
            </a:xfrm>
            <a:prstGeom prst="rect">
              <a:avLst/>
            </a:prstGeom>
            <a:blipFill>
              <a:blip r:embed="rId36" cstate="print"/>
              <a:stretch>
                <a:fillRect/>
              </a:stretch>
            </a:blipFill>
          </p:spPr>
          <p:txBody>
            <a:bodyPr wrap="square" lIns="0" tIns="0" rIns="0" bIns="0" rtlCol="0"/>
            <a:lstStyle/>
            <a:p>
              <a:endParaRPr/>
            </a:p>
          </p:txBody>
        </p:sp>
        <p:sp>
          <p:nvSpPr>
            <p:cNvPr id="45" name="object 47"/>
            <p:cNvSpPr/>
            <p:nvPr/>
          </p:nvSpPr>
          <p:spPr>
            <a:xfrm>
              <a:off x="7155022" y="4984911"/>
              <a:ext cx="605066" cy="1211037"/>
            </a:xfrm>
            <a:prstGeom prst="rect">
              <a:avLst/>
            </a:prstGeom>
            <a:blipFill>
              <a:blip r:embed="rId37" cstate="print"/>
              <a:stretch>
                <a:fillRect/>
              </a:stretch>
            </a:blipFill>
          </p:spPr>
          <p:txBody>
            <a:bodyPr wrap="square" lIns="0" tIns="0" rIns="0" bIns="0" rtlCol="0"/>
            <a:lstStyle/>
            <a:p>
              <a:endParaRPr/>
            </a:p>
          </p:txBody>
        </p:sp>
        <p:sp>
          <p:nvSpPr>
            <p:cNvPr id="46" name="object 48"/>
            <p:cNvSpPr/>
            <p:nvPr/>
          </p:nvSpPr>
          <p:spPr>
            <a:xfrm>
              <a:off x="7312870" y="5874109"/>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EFDF5"/>
            </a:solidFill>
          </p:spPr>
          <p:txBody>
            <a:bodyPr wrap="square" lIns="0" tIns="0" rIns="0" bIns="0" rtlCol="0"/>
            <a:lstStyle/>
            <a:p>
              <a:endParaRPr/>
            </a:p>
          </p:txBody>
        </p:sp>
        <p:sp>
          <p:nvSpPr>
            <p:cNvPr id="47" name="object 49"/>
            <p:cNvSpPr/>
            <p:nvPr/>
          </p:nvSpPr>
          <p:spPr>
            <a:xfrm>
              <a:off x="7159784" y="4987311"/>
              <a:ext cx="609841" cy="1213425"/>
            </a:xfrm>
            <a:prstGeom prst="rect">
              <a:avLst/>
            </a:prstGeom>
            <a:blipFill>
              <a:blip r:embed="rId38" cstate="print"/>
              <a:stretch>
                <a:fillRect/>
              </a:stretch>
            </a:blipFill>
          </p:spPr>
          <p:txBody>
            <a:bodyPr wrap="square" lIns="0" tIns="0" rIns="0" bIns="0" rtlCol="0"/>
            <a:lstStyle/>
            <a:p>
              <a:endParaRPr/>
            </a:p>
          </p:txBody>
        </p:sp>
        <p:sp>
          <p:nvSpPr>
            <p:cNvPr id="48" name="object 50"/>
            <p:cNvSpPr/>
            <p:nvPr/>
          </p:nvSpPr>
          <p:spPr>
            <a:xfrm>
              <a:off x="7315238" y="5852667"/>
              <a:ext cx="21590" cy="36195"/>
            </a:xfrm>
            <a:custGeom>
              <a:avLst/>
              <a:gdLst/>
              <a:ahLst/>
              <a:cxnLst/>
              <a:rect l="l" t="t" r="r" b="b"/>
              <a:pathLst>
                <a:path w="21590" h="36195">
                  <a:moveTo>
                    <a:pt x="9550" y="23837"/>
                  </a:moveTo>
                  <a:lnTo>
                    <a:pt x="0" y="23837"/>
                  </a:lnTo>
                  <a:lnTo>
                    <a:pt x="0" y="35763"/>
                  </a:lnTo>
                  <a:lnTo>
                    <a:pt x="9550" y="35763"/>
                  </a:lnTo>
                  <a:lnTo>
                    <a:pt x="9550" y="23837"/>
                  </a:lnTo>
                  <a:close/>
                </a:path>
                <a:path w="21590" h="36195">
                  <a:moveTo>
                    <a:pt x="21501" y="0"/>
                  </a:moveTo>
                  <a:lnTo>
                    <a:pt x="9563" y="0"/>
                  </a:lnTo>
                  <a:lnTo>
                    <a:pt x="9563" y="16687"/>
                  </a:lnTo>
                  <a:lnTo>
                    <a:pt x="21501" y="16687"/>
                  </a:lnTo>
                  <a:lnTo>
                    <a:pt x="21501" y="0"/>
                  </a:lnTo>
                  <a:close/>
                </a:path>
              </a:pathLst>
            </a:custGeom>
            <a:solidFill>
              <a:srgbClr val="F6F6F7"/>
            </a:solidFill>
          </p:spPr>
          <p:txBody>
            <a:bodyPr wrap="square" lIns="0" tIns="0" rIns="0" bIns="0" rtlCol="0"/>
            <a:lstStyle/>
            <a:p>
              <a:endParaRPr/>
            </a:p>
          </p:txBody>
        </p:sp>
        <p:sp>
          <p:nvSpPr>
            <p:cNvPr id="49" name="object 51"/>
            <p:cNvSpPr/>
            <p:nvPr/>
          </p:nvSpPr>
          <p:spPr>
            <a:xfrm>
              <a:off x="7169322" y="4992090"/>
              <a:ext cx="605068" cy="1211034"/>
            </a:xfrm>
            <a:prstGeom prst="rect">
              <a:avLst/>
            </a:prstGeom>
            <a:blipFill>
              <a:blip r:embed="rId39" cstate="print"/>
              <a:stretch>
                <a:fillRect/>
              </a:stretch>
            </a:blipFill>
          </p:spPr>
          <p:txBody>
            <a:bodyPr wrap="square" lIns="0" tIns="0" rIns="0" bIns="0" rtlCol="0"/>
            <a:lstStyle/>
            <a:p>
              <a:endParaRPr/>
            </a:p>
          </p:txBody>
        </p:sp>
        <p:sp>
          <p:nvSpPr>
            <p:cNvPr id="50" name="object 52"/>
            <p:cNvSpPr/>
            <p:nvPr/>
          </p:nvSpPr>
          <p:spPr>
            <a:xfrm>
              <a:off x="7341521" y="5852684"/>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51" name="object 53"/>
            <p:cNvSpPr/>
            <p:nvPr/>
          </p:nvSpPr>
          <p:spPr>
            <a:xfrm>
              <a:off x="7174085" y="4994479"/>
              <a:ext cx="609850" cy="1213420"/>
            </a:xfrm>
            <a:prstGeom prst="rect">
              <a:avLst/>
            </a:prstGeom>
            <a:blipFill>
              <a:blip r:embed="rId40" cstate="print"/>
              <a:stretch>
                <a:fillRect/>
              </a:stretch>
            </a:blipFill>
          </p:spPr>
          <p:txBody>
            <a:bodyPr wrap="square" lIns="0" tIns="0" rIns="0" bIns="0" rtlCol="0"/>
            <a:lstStyle/>
            <a:p>
              <a:endParaRPr/>
            </a:p>
          </p:txBody>
        </p:sp>
        <p:sp>
          <p:nvSpPr>
            <p:cNvPr id="52" name="object 54"/>
            <p:cNvSpPr/>
            <p:nvPr/>
          </p:nvSpPr>
          <p:spPr>
            <a:xfrm>
              <a:off x="7331933" y="5878917"/>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6F6F7"/>
            </a:solidFill>
          </p:spPr>
          <p:txBody>
            <a:bodyPr wrap="square" lIns="0" tIns="0" rIns="0" bIns="0" rtlCol="0"/>
            <a:lstStyle/>
            <a:p>
              <a:endParaRPr/>
            </a:p>
          </p:txBody>
        </p:sp>
        <p:sp>
          <p:nvSpPr>
            <p:cNvPr id="53" name="object 55"/>
            <p:cNvSpPr/>
            <p:nvPr/>
          </p:nvSpPr>
          <p:spPr>
            <a:xfrm>
              <a:off x="7183622" y="5883699"/>
              <a:ext cx="167396" cy="326600"/>
            </a:xfrm>
            <a:prstGeom prst="rect">
              <a:avLst/>
            </a:prstGeom>
            <a:blipFill>
              <a:blip r:embed="rId41" cstate="print"/>
              <a:stretch>
                <a:fillRect/>
              </a:stretch>
            </a:blipFill>
          </p:spPr>
          <p:txBody>
            <a:bodyPr wrap="square" lIns="0" tIns="0" rIns="0" bIns="0" rtlCol="0"/>
            <a:lstStyle/>
            <a:p>
              <a:endParaRPr/>
            </a:p>
          </p:txBody>
        </p:sp>
        <p:sp>
          <p:nvSpPr>
            <p:cNvPr id="54" name="object 56"/>
            <p:cNvSpPr/>
            <p:nvPr/>
          </p:nvSpPr>
          <p:spPr>
            <a:xfrm>
              <a:off x="7355834" y="4999267"/>
              <a:ext cx="447163" cy="863002"/>
            </a:xfrm>
            <a:prstGeom prst="rect">
              <a:avLst/>
            </a:prstGeom>
            <a:blipFill>
              <a:blip r:embed="rId42" cstate="print"/>
              <a:stretch>
                <a:fillRect/>
              </a:stretch>
            </a:blipFill>
          </p:spPr>
          <p:txBody>
            <a:bodyPr wrap="square" lIns="0" tIns="0" rIns="0" bIns="0" rtlCol="0"/>
            <a:lstStyle/>
            <a:p>
              <a:endParaRPr/>
            </a:p>
          </p:txBody>
        </p:sp>
        <p:sp>
          <p:nvSpPr>
            <p:cNvPr id="55" name="object 57"/>
            <p:cNvSpPr/>
            <p:nvPr/>
          </p:nvSpPr>
          <p:spPr>
            <a:xfrm>
              <a:off x="7341458" y="5886081"/>
              <a:ext cx="14604" cy="21590"/>
            </a:xfrm>
            <a:custGeom>
              <a:avLst/>
              <a:gdLst/>
              <a:ahLst/>
              <a:cxnLst/>
              <a:rect l="l" t="t" r="r" b="b"/>
              <a:pathLst>
                <a:path w="14604" h="21589">
                  <a:moveTo>
                    <a:pt x="14334" y="0"/>
                  </a:moveTo>
                  <a:lnTo>
                    <a:pt x="0" y="0"/>
                  </a:lnTo>
                  <a:lnTo>
                    <a:pt x="0" y="21462"/>
                  </a:lnTo>
                  <a:lnTo>
                    <a:pt x="14334" y="21462"/>
                  </a:lnTo>
                  <a:lnTo>
                    <a:pt x="14334" y="0"/>
                  </a:lnTo>
                  <a:close/>
                </a:path>
              </a:pathLst>
            </a:custGeom>
            <a:solidFill>
              <a:srgbClr val="F6F6F7"/>
            </a:solidFill>
          </p:spPr>
          <p:txBody>
            <a:bodyPr wrap="square" lIns="0" tIns="0" rIns="0" bIns="0" rtlCol="0"/>
            <a:lstStyle/>
            <a:p>
              <a:endParaRPr/>
            </a:p>
          </p:txBody>
        </p:sp>
        <p:sp>
          <p:nvSpPr>
            <p:cNvPr id="56" name="object 58"/>
            <p:cNvSpPr/>
            <p:nvPr/>
          </p:nvSpPr>
          <p:spPr>
            <a:xfrm>
              <a:off x="7188397" y="5909924"/>
              <a:ext cx="157809" cy="305150"/>
            </a:xfrm>
            <a:prstGeom prst="rect">
              <a:avLst/>
            </a:prstGeom>
            <a:blipFill>
              <a:blip r:embed="rId43" cstate="print"/>
              <a:stretch>
                <a:fillRect/>
              </a:stretch>
            </a:blipFill>
          </p:spPr>
          <p:txBody>
            <a:bodyPr wrap="square" lIns="0" tIns="0" rIns="0" bIns="0" rtlCol="0"/>
            <a:lstStyle/>
            <a:p>
              <a:endParaRPr/>
            </a:p>
          </p:txBody>
        </p:sp>
        <p:sp>
          <p:nvSpPr>
            <p:cNvPr id="57" name="object 59"/>
            <p:cNvSpPr/>
            <p:nvPr/>
          </p:nvSpPr>
          <p:spPr>
            <a:xfrm>
              <a:off x="7343833" y="5902780"/>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DF8F8"/>
            </a:solidFill>
          </p:spPr>
          <p:txBody>
            <a:bodyPr wrap="square" lIns="0" tIns="0" rIns="0" bIns="0" rtlCol="0"/>
            <a:lstStyle/>
            <a:p>
              <a:endParaRPr/>
            </a:p>
          </p:txBody>
        </p:sp>
        <p:sp>
          <p:nvSpPr>
            <p:cNvPr id="58" name="object 60"/>
            <p:cNvSpPr/>
            <p:nvPr/>
          </p:nvSpPr>
          <p:spPr>
            <a:xfrm>
              <a:off x="7197935" y="5902797"/>
              <a:ext cx="167374" cy="317065"/>
            </a:xfrm>
            <a:prstGeom prst="rect">
              <a:avLst/>
            </a:prstGeom>
            <a:blipFill>
              <a:blip r:embed="rId44" cstate="print"/>
              <a:stretch>
                <a:fillRect/>
              </a:stretch>
            </a:blipFill>
          </p:spPr>
          <p:txBody>
            <a:bodyPr wrap="square" lIns="0" tIns="0" rIns="0" bIns="0" rtlCol="0"/>
            <a:lstStyle/>
            <a:p>
              <a:endParaRPr/>
            </a:p>
          </p:txBody>
        </p:sp>
        <p:sp>
          <p:nvSpPr>
            <p:cNvPr id="59" name="object 61"/>
            <p:cNvSpPr/>
            <p:nvPr/>
          </p:nvSpPr>
          <p:spPr>
            <a:xfrm>
              <a:off x="7374910" y="5008830"/>
              <a:ext cx="447163" cy="863002"/>
            </a:xfrm>
            <a:prstGeom prst="rect">
              <a:avLst/>
            </a:prstGeom>
            <a:blipFill>
              <a:blip r:embed="rId45" cstate="print"/>
              <a:stretch>
                <a:fillRect/>
              </a:stretch>
            </a:blipFill>
          </p:spPr>
          <p:txBody>
            <a:bodyPr wrap="square" lIns="0" tIns="0" rIns="0" bIns="0" rtlCol="0"/>
            <a:lstStyle/>
            <a:p>
              <a:endParaRPr/>
            </a:p>
          </p:txBody>
        </p:sp>
        <p:sp>
          <p:nvSpPr>
            <p:cNvPr id="60" name="object 62"/>
            <p:cNvSpPr/>
            <p:nvPr/>
          </p:nvSpPr>
          <p:spPr>
            <a:xfrm>
              <a:off x="7360521" y="5909961"/>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61" name="object 63"/>
            <p:cNvSpPr/>
            <p:nvPr/>
          </p:nvSpPr>
          <p:spPr>
            <a:xfrm>
              <a:off x="7207460" y="5929024"/>
              <a:ext cx="155430" cy="298014"/>
            </a:xfrm>
            <a:prstGeom prst="rect">
              <a:avLst/>
            </a:prstGeom>
            <a:blipFill>
              <a:blip r:embed="rId46" cstate="print"/>
              <a:stretch>
                <a:fillRect/>
              </a:stretch>
            </a:blipFill>
          </p:spPr>
          <p:txBody>
            <a:bodyPr wrap="square" lIns="0" tIns="0" rIns="0" bIns="0" rtlCol="0"/>
            <a:lstStyle/>
            <a:p>
              <a:endParaRPr/>
            </a:p>
          </p:txBody>
        </p:sp>
        <p:sp>
          <p:nvSpPr>
            <p:cNvPr id="62" name="object 64"/>
            <p:cNvSpPr/>
            <p:nvPr/>
          </p:nvSpPr>
          <p:spPr>
            <a:xfrm>
              <a:off x="7393972" y="5018393"/>
              <a:ext cx="447176" cy="863002"/>
            </a:xfrm>
            <a:prstGeom prst="rect">
              <a:avLst/>
            </a:prstGeom>
            <a:blipFill>
              <a:blip r:embed="rId47" cstate="print"/>
              <a:stretch>
                <a:fillRect/>
              </a:stretch>
            </a:blipFill>
          </p:spPr>
          <p:txBody>
            <a:bodyPr wrap="square" lIns="0" tIns="0" rIns="0" bIns="0" rtlCol="0"/>
            <a:lstStyle/>
            <a:p>
              <a:endParaRPr/>
            </a:p>
          </p:txBody>
        </p:sp>
        <p:sp>
          <p:nvSpPr>
            <p:cNvPr id="63" name="object 65"/>
            <p:cNvSpPr/>
            <p:nvPr/>
          </p:nvSpPr>
          <p:spPr>
            <a:xfrm>
              <a:off x="7221773" y="5950502"/>
              <a:ext cx="157779" cy="286099"/>
            </a:xfrm>
            <a:prstGeom prst="rect">
              <a:avLst/>
            </a:prstGeom>
            <a:blipFill>
              <a:blip r:embed="rId48" cstate="print"/>
              <a:stretch>
                <a:fillRect/>
              </a:stretch>
            </a:blipFill>
          </p:spPr>
          <p:txBody>
            <a:bodyPr wrap="square" lIns="0" tIns="0" rIns="0" bIns="0" rtlCol="0"/>
            <a:lstStyle/>
            <a:p>
              <a:endParaRPr/>
            </a:p>
          </p:txBody>
        </p:sp>
        <p:sp>
          <p:nvSpPr>
            <p:cNvPr id="64" name="object 66"/>
            <p:cNvSpPr/>
            <p:nvPr/>
          </p:nvSpPr>
          <p:spPr>
            <a:xfrm>
              <a:off x="7240836" y="5960078"/>
              <a:ext cx="153017" cy="283699"/>
            </a:xfrm>
            <a:prstGeom prst="rect">
              <a:avLst/>
            </a:prstGeom>
            <a:blipFill>
              <a:blip r:embed="rId49" cstate="print"/>
              <a:stretch>
                <a:fillRect/>
              </a:stretch>
            </a:blipFill>
          </p:spPr>
          <p:txBody>
            <a:bodyPr wrap="square" lIns="0" tIns="0" rIns="0" bIns="0" rtlCol="0"/>
            <a:lstStyle/>
            <a:p>
              <a:endParaRPr/>
            </a:p>
          </p:txBody>
        </p:sp>
        <p:sp>
          <p:nvSpPr>
            <p:cNvPr id="65" name="object 67"/>
            <p:cNvSpPr/>
            <p:nvPr/>
          </p:nvSpPr>
          <p:spPr>
            <a:xfrm>
              <a:off x="7413048" y="5027956"/>
              <a:ext cx="449554" cy="863002"/>
            </a:xfrm>
            <a:prstGeom prst="rect">
              <a:avLst/>
            </a:prstGeom>
            <a:blipFill>
              <a:blip r:embed="rId50" cstate="print"/>
              <a:stretch>
                <a:fillRect/>
              </a:stretch>
            </a:blipFill>
          </p:spPr>
          <p:txBody>
            <a:bodyPr wrap="square" lIns="0" tIns="0" rIns="0" bIns="0" rtlCol="0"/>
            <a:lstStyle/>
            <a:p>
              <a:endParaRPr/>
            </a:p>
          </p:txBody>
        </p:sp>
        <p:sp>
          <p:nvSpPr>
            <p:cNvPr id="66" name="object 68"/>
            <p:cNvSpPr/>
            <p:nvPr/>
          </p:nvSpPr>
          <p:spPr>
            <a:xfrm>
              <a:off x="7379507" y="5976785"/>
              <a:ext cx="14604" cy="21590"/>
            </a:xfrm>
            <a:custGeom>
              <a:avLst/>
              <a:gdLst/>
              <a:ahLst/>
              <a:cxnLst/>
              <a:rect l="l" t="t" r="r" b="b"/>
              <a:pathLst>
                <a:path w="14604" h="21589">
                  <a:moveTo>
                    <a:pt x="14334" y="0"/>
                  </a:moveTo>
                  <a:lnTo>
                    <a:pt x="0" y="0"/>
                  </a:lnTo>
                  <a:lnTo>
                    <a:pt x="0" y="21462"/>
                  </a:lnTo>
                  <a:lnTo>
                    <a:pt x="14334" y="21462"/>
                  </a:lnTo>
                  <a:lnTo>
                    <a:pt x="14334" y="0"/>
                  </a:lnTo>
                  <a:close/>
                </a:path>
              </a:pathLst>
            </a:custGeom>
            <a:solidFill>
              <a:srgbClr val="F6F6F7"/>
            </a:solidFill>
          </p:spPr>
          <p:txBody>
            <a:bodyPr wrap="square" lIns="0" tIns="0" rIns="0" bIns="0" rtlCol="0"/>
            <a:lstStyle/>
            <a:p>
              <a:endParaRPr/>
            </a:p>
          </p:txBody>
        </p:sp>
        <p:sp>
          <p:nvSpPr>
            <p:cNvPr id="67" name="object 69"/>
            <p:cNvSpPr/>
            <p:nvPr/>
          </p:nvSpPr>
          <p:spPr>
            <a:xfrm>
              <a:off x="7391458" y="5967250"/>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68" name="object 70"/>
            <p:cNvSpPr/>
            <p:nvPr/>
          </p:nvSpPr>
          <p:spPr>
            <a:xfrm>
              <a:off x="7255136" y="5988712"/>
              <a:ext cx="138689" cy="262239"/>
            </a:xfrm>
            <a:prstGeom prst="rect">
              <a:avLst/>
            </a:prstGeom>
            <a:blipFill>
              <a:blip r:embed="rId51" cstate="print"/>
              <a:stretch>
                <a:fillRect/>
              </a:stretch>
            </a:blipFill>
          </p:spPr>
          <p:txBody>
            <a:bodyPr wrap="square" lIns="0" tIns="0" rIns="0" bIns="0" rtlCol="0"/>
            <a:lstStyle/>
            <a:p>
              <a:endParaRPr/>
            </a:p>
          </p:txBody>
        </p:sp>
        <p:sp>
          <p:nvSpPr>
            <p:cNvPr id="69" name="object 71"/>
            <p:cNvSpPr/>
            <p:nvPr/>
          </p:nvSpPr>
          <p:spPr>
            <a:xfrm>
              <a:off x="7432123" y="5032764"/>
              <a:ext cx="449554" cy="867769"/>
            </a:xfrm>
            <a:prstGeom prst="rect">
              <a:avLst/>
            </a:prstGeom>
            <a:blipFill>
              <a:blip r:embed="rId52" cstate="print"/>
              <a:stretch>
                <a:fillRect/>
              </a:stretch>
            </a:blipFill>
          </p:spPr>
          <p:txBody>
            <a:bodyPr wrap="square" lIns="0" tIns="0" rIns="0" bIns="0" rtlCol="0"/>
            <a:lstStyle/>
            <a:p>
              <a:endParaRPr/>
            </a:p>
          </p:txBody>
        </p:sp>
        <p:sp>
          <p:nvSpPr>
            <p:cNvPr id="70" name="object 72"/>
            <p:cNvSpPr/>
            <p:nvPr/>
          </p:nvSpPr>
          <p:spPr>
            <a:xfrm>
              <a:off x="7269449" y="6003032"/>
              <a:ext cx="129123" cy="250308"/>
            </a:xfrm>
            <a:prstGeom prst="rect">
              <a:avLst/>
            </a:prstGeom>
            <a:blipFill>
              <a:blip r:embed="rId53" cstate="print"/>
              <a:stretch>
                <a:fillRect/>
              </a:stretch>
            </a:blipFill>
          </p:spPr>
          <p:txBody>
            <a:bodyPr wrap="square" lIns="0" tIns="0" rIns="0" bIns="0" rtlCol="0"/>
            <a:lstStyle/>
            <a:p>
              <a:endParaRPr/>
            </a:p>
          </p:txBody>
        </p:sp>
        <p:sp>
          <p:nvSpPr>
            <p:cNvPr id="71" name="object 73"/>
            <p:cNvSpPr/>
            <p:nvPr/>
          </p:nvSpPr>
          <p:spPr>
            <a:xfrm>
              <a:off x="7396195" y="5988721"/>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6F6F7"/>
            </a:solidFill>
          </p:spPr>
          <p:txBody>
            <a:bodyPr wrap="square" lIns="0" tIns="0" rIns="0" bIns="0" rtlCol="0"/>
            <a:lstStyle/>
            <a:p>
              <a:endParaRPr/>
            </a:p>
          </p:txBody>
        </p:sp>
        <p:sp>
          <p:nvSpPr>
            <p:cNvPr id="72" name="object 74"/>
            <p:cNvSpPr/>
            <p:nvPr/>
          </p:nvSpPr>
          <p:spPr>
            <a:xfrm>
              <a:off x="7274211" y="6005419"/>
              <a:ext cx="129135" cy="250320"/>
            </a:xfrm>
            <a:prstGeom prst="rect">
              <a:avLst/>
            </a:prstGeom>
            <a:blipFill>
              <a:blip r:embed="rId54" cstate="print"/>
              <a:stretch>
                <a:fillRect/>
              </a:stretch>
            </a:blipFill>
          </p:spPr>
          <p:txBody>
            <a:bodyPr wrap="square" lIns="0" tIns="0" rIns="0" bIns="0" rtlCol="0"/>
            <a:lstStyle/>
            <a:p>
              <a:endParaRPr/>
            </a:p>
          </p:txBody>
        </p:sp>
        <p:sp>
          <p:nvSpPr>
            <p:cNvPr id="73" name="object 75"/>
            <p:cNvSpPr/>
            <p:nvPr/>
          </p:nvSpPr>
          <p:spPr>
            <a:xfrm>
              <a:off x="7278987" y="6007807"/>
              <a:ext cx="129123" cy="250320"/>
            </a:xfrm>
            <a:prstGeom prst="rect">
              <a:avLst/>
            </a:prstGeom>
            <a:blipFill>
              <a:blip r:embed="rId55" cstate="print"/>
              <a:stretch>
                <a:fillRect/>
              </a:stretch>
            </a:blipFill>
          </p:spPr>
          <p:txBody>
            <a:bodyPr wrap="square" lIns="0" tIns="0" rIns="0" bIns="0" rtlCol="0"/>
            <a:lstStyle/>
            <a:p>
              <a:endParaRPr/>
            </a:p>
          </p:txBody>
        </p:sp>
        <p:sp>
          <p:nvSpPr>
            <p:cNvPr id="74" name="object 76"/>
            <p:cNvSpPr/>
            <p:nvPr/>
          </p:nvSpPr>
          <p:spPr>
            <a:xfrm>
              <a:off x="7288512" y="5037565"/>
              <a:ext cx="609866" cy="1225350"/>
            </a:xfrm>
            <a:prstGeom prst="rect">
              <a:avLst/>
            </a:prstGeom>
            <a:blipFill>
              <a:blip r:embed="rId56" cstate="print"/>
              <a:stretch>
                <a:fillRect/>
              </a:stretch>
            </a:blipFill>
          </p:spPr>
          <p:txBody>
            <a:bodyPr wrap="square" lIns="0" tIns="0" rIns="0" bIns="0" rtlCol="0"/>
            <a:lstStyle/>
            <a:p>
              <a:endParaRPr/>
            </a:p>
          </p:txBody>
        </p:sp>
        <p:sp>
          <p:nvSpPr>
            <p:cNvPr id="75" name="object 77"/>
            <p:cNvSpPr/>
            <p:nvPr/>
          </p:nvSpPr>
          <p:spPr>
            <a:xfrm>
              <a:off x="7283749" y="6005439"/>
              <a:ext cx="131527" cy="255076"/>
            </a:xfrm>
            <a:prstGeom prst="rect">
              <a:avLst/>
            </a:prstGeom>
            <a:blipFill>
              <a:blip r:embed="rId57" cstate="print"/>
              <a:stretch>
                <a:fillRect/>
              </a:stretch>
            </a:blipFill>
          </p:spPr>
          <p:txBody>
            <a:bodyPr wrap="square" lIns="0" tIns="0" rIns="0" bIns="0" rtlCol="0"/>
            <a:lstStyle/>
            <a:p>
              <a:endParaRPr/>
            </a:p>
          </p:txBody>
        </p:sp>
        <p:sp>
          <p:nvSpPr>
            <p:cNvPr id="76" name="object 78"/>
            <p:cNvSpPr/>
            <p:nvPr/>
          </p:nvSpPr>
          <p:spPr>
            <a:xfrm>
              <a:off x="7293287" y="5039960"/>
              <a:ext cx="612245" cy="1225343"/>
            </a:xfrm>
            <a:prstGeom prst="rect">
              <a:avLst/>
            </a:prstGeom>
            <a:blipFill>
              <a:blip r:embed="rId58" cstate="print"/>
              <a:stretch>
                <a:fillRect/>
              </a:stretch>
            </a:blipFill>
          </p:spPr>
          <p:txBody>
            <a:bodyPr wrap="square" lIns="0" tIns="0" rIns="0" bIns="0" rtlCol="0"/>
            <a:lstStyle/>
            <a:p>
              <a:endParaRPr/>
            </a:p>
          </p:txBody>
        </p:sp>
        <p:sp>
          <p:nvSpPr>
            <p:cNvPr id="77" name="object 79"/>
            <p:cNvSpPr/>
            <p:nvPr/>
          </p:nvSpPr>
          <p:spPr>
            <a:xfrm>
              <a:off x="7298049" y="5042355"/>
              <a:ext cx="612249" cy="1225335"/>
            </a:xfrm>
            <a:prstGeom prst="rect">
              <a:avLst/>
            </a:prstGeom>
            <a:blipFill>
              <a:blip r:embed="rId59" cstate="print"/>
              <a:stretch>
                <a:fillRect/>
              </a:stretch>
            </a:blipFill>
          </p:spPr>
          <p:txBody>
            <a:bodyPr wrap="square" lIns="0" tIns="0" rIns="0" bIns="0" rtlCol="0"/>
            <a:lstStyle/>
            <a:p>
              <a:endParaRPr/>
            </a:p>
          </p:txBody>
        </p:sp>
        <p:sp>
          <p:nvSpPr>
            <p:cNvPr id="78" name="object 80"/>
            <p:cNvSpPr/>
            <p:nvPr/>
          </p:nvSpPr>
          <p:spPr>
            <a:xfrm>
              <a:off x="7302824" y="5044748"/>
              <a:ext cx="612245" cy="1225343"/>
            </a:xfrm>
            <a:prstGeom prst="rect">
              <a:avLst/>
            </a:prstGeom>
            <a:blipFill>
              <a:blip r:embed="rId60" cstate="print"/>
              <a:stretch>
                <a:fillRect/>
              </a:stretch>
            </a:blipFill>
          </p:spPr>
          <p:txBody>
            <a:bodyPr wrap="square" lIns="0" tIns="0" rIns="0" bIns="0" rtlCol="0"/>
            <a:lstStyle/>
            <a:p>
              <a:endParaRPr/>
            </a:p>
          </p:txBody>
        </p:sp>
        <p:sp>
          <p:nvSpPr>
            <p:cNvPr id="79" name="object 81"/>
            <p:cNvSpPr/>
            <p:nvPr/>
          </p:nvSpPr>
          <p:spPr>
            <a:xfrm>
              <a:off x="7482187" y="5042368"/>
              <a:ext cx="440037" cy="870129"/>
            </a:xfrm>
            <a:prstGeom prst="rect">
              <a:avLst/>
            </a:prstGeom>
            <a:blipFill>
              <a:blip r:embed="rId61" cstate="print"/>
              <a:stretch>
                <a:fillRect/>
              </a:stretch>
            </a:blipFill>
          </p:spPr>
          <p:txBody>
            <a:bodyPr wrap="square" lIns="0" tIns="0" rIns="0" bIns="0" rtlCol="0"/>
            <a:lstStyle/>
            <a:p>
              <a:endParaRPr/>
            </a:p>
          </p:txBody>
        </p:sp>
        <p:sp>
          <p:nvSpPr>
            <p:cNvPr id="80" name="object 82"/>
            <p:cNvSpPr/>
            <p:nvPr/>
          </p:nvSpPr>
          <p:spPr>
            <a:xfrm>
              <a:off x="7307587" y="6017390"/>
              <a:ext cx="131527" cy="255088"/>
            </a:xfrm>
            <a:prstGeom prst="rect">
              <a:avLst/>
            </a:prstGeom>
            <a:blipFill>
              <a:blip r:embed="rId62" cstate="print"/>
              <a:stretch>
                <a:fillRect/>
              </a:stretch>
            </a:blipFill>
          </p:spPr>
          <p:txBody>
            <a:bodyPr wrap="square" lIns="0" tIns="0" rIns="0" bIns="0" rtlCol="0"/>
            <a:lstStyle/>
            <a:p>
              <a:endParaRPr/>
            </a:p>
          </p:txBody>
        </p:sp>
        <p:sp>
          <p:nvSpPr>
            <p:cNvPr id="81" name="object 83"/>
            <p:cNvSpPr/>
            <p:nvPr/>
          </p:nvSpPr>
          <p:spPr>
            <a:xfrm>
              <a:off x="7312349" y="5044767"/>
              <a:ext cx="614642" cy="1230099"/>
            </a:xfrm>
            <a:prstGeom prst="rect">
              <a:avLst/>
            </a:prstGeom>
            <a:blipFill>
              <a:blip r:embed="rId63" cstate="print"/>
              <a:stretch>
                <a:fillRect/>
              </a:stretch>
            </a:blipFill>
          </p:spPr>
          <p:txBody>
            <a:bodyPr wrap="square" lIns="0" tIns="0" rIns="0" bIns="0" rtlCol="0"/>
            <a:lstStyle/>
            <a:p>
              <a:endParaRPr/>
            </a:p>
          </p:txBody>
        </p:sp>
        <p:sp>
          <p:nvSpPr>
            <p:cNvPr id="82" name="object 84"/>
            <p:cNvSpPr/>
            <p:nvPr/>
          </p:nvSpPr>
          <p:spPr>
            <a:xfrm>
              <a:off x="7317125" y="5042387"/>
              <a:ext cx="617033" cy="1234879"/>
            </a:xfrm>
            <a:prstGeom prst="rect">
              <a:avLst/>
            </a:prstGeom>
            <a:blipFill>
              <a:blip r:embed="rId64" cstate="print"/>
              <a:stretch>
                <a:fillRect/>
              </a:stretch>
            </a:blipFill>
          </p:spPr>
          <p:txBody>
            <a:bodyPr wrap="square" lIns="0" tIns="0" rIns="0" bIns="0" rtlCol="0"/>
            <a:lstStyle/>
            <a:p>
              <a:endParaRPr/>
            </a:p>
          </p:txBody>
        </p:sp>
        <p:sp>
          <p:nvSpPr>
            <p:cNvPr id="83" name="object 85"/>
            <p:cNvSpPr/>
            <p:nvPr/>
          </p:nvSpPr>
          <p:spPr>
            <a:xfrm>
              <a:off x="7321887" y="5044775"/>
              <a:ext cx="617033" cy="1234879"/>
            </a:xfrm>
            <a:prstGeom prst="rect">
              <a:avLst/>
            </a:prstGeom>
            <a:blipFill>
              <a:blip r:embed="rId65" cstate="print"/>
              <a:stretch>
                <a:fillRect/>
              </a:stretch>
            </a:blipFill>
          </p:spPr>
          <p:txBody>
            <a:bodyPr wrap="square" lIns="0" tIns="0" rIns="0" bIns="0" rtlCol="0"/>
            <a:lstStyle/>
            <a:p>
              <a:endParaRPr/>
            </a:p>
          </p:txBody>
        </p:sp>
        <p:sp>
          <p:nvSpPr>
            <p:cNvPr id="84" name="object 86"/>
            <p:cNvSpPr/>
            <p:nvPr/>
          </p:nvSpPr>
          <p:spPr>
            <a:xfrm>
              <a:off x="7326662" y="5042407"/>
              <a:ext cx="619419" cy="1239634"/>
            </a:xfrm>
            <a:prstGeom prst="rect">
              <a:avLst/>
            </a:prstGeom>
            <a:blipFill>
              <a:blip r:embed="rId66" cstate="print"/>
              <a:stretch>
                <a:fillRect/>
              </a:stretch>
            </a:blipFill>
          </p:spPr>
          <p:txBody>
            <a:bodyPr wrap="square" lIns="0" tIns="0" rIns="0" bIns="0" rtlCol="0"/>
            <a:lstStyle/>
            <a:p>
              <a:endParaRPr/>
            </a:p>
          </p:txBody>
        </p:sp>
        <p:sp>
          <p:nvSpPr>
            <p:cNvPr id="85" name="object 87"/>
            <p:cNvSpPr/>
            <p:nvPr/>
          </p:nvSpPr>
          <p:spPr>
            <a:xfrm>
              <a:off x="7331425" y="5044795"/>
              <a:ext cx="619419" cy="1239647"/>
            </a:xfrm>
            <a:prstGeom prst="rect">
              <a:avLst/>
            </a:prstGeom>
            <a:blipFill>
              <a:blip r:embed="rId67" cstate="print"/>
              <a:stretch>
                <a:fillRect/>
              </a:stretch>
            </a:blipFill>
          </p:spPr>
          <p:txBody>
            <a:bodyPr wrap="square" lIns="0" tIns="0" rIns="0" bIns="0" rtlCol="0"/>
            <a:lstStyle/>
            <a:p>
              <a:endParaRPr/>
            </a:p>
          </p:txBody>
        </p:sp>
        <p:sp>
          <p:nvSpPr>
            <p:cNvPr id="86" name="object 88"/>
            <p:cNvSpPr/>
            <p:nvPr/>
          </p:nvSpPr>
          <p:spPr>
            <a:xfrm>
              <a:off x="7336200" y="5042415"/>
              <a:ext cx="621812" cy="1244414"/>
            </a:xfrm>
            <a:prstGeom prst="rect">
              <a:avLst/>
            </a:prstGeom>
            <a:blipFill>
              <a:blip r:embed="rId68" cstate="print"/>
              <a:stretch>
                <a:fillRect/>
              </a:stretch>
            </a:blipFill>
          </p:spPr>
          <p:txBody>
            <a:bodyPr wrap="square" lIns="0" tIns="0" rIns="0" bIns="0" rtlCol="0"/>
            <a:lstStyle/>
            <a:p>
              <a:endParaRPr/>
            </a:p>
          </p:txBody>
        </p:sp>
        <p:sp>
          <p:nvSpPr>
            <p:cNvPr id="87" name="object 89"/>
            <p:cNvSpPr/>
            <p:nvPr/>
          </p:nvSpPr>
          <p:spPr>
            <a:xfrm>
              <a:off x="7340963" y="5044815"/>
              <a:ext cx="621812" cy="1244402"/>
            </a:xfrm>
            <a:prstGeom prst="rect">
              <a:avLst/>
            </a:prstGeom>
            <a:blipFill>
              <a:blip r:embed="rId69" cstate="print"/>
              <a:stretch>
                <a:fillRect/>
              </a:stretch>
            </a:blipFill>
          </p:spPr>
          <p:txBody>
            <a:bodyPr wrap="square" lIns="0" tIns="0" rIns="0" bIns="0" rtlCol="0"/>
            <a:lstStyle/>
            <a:p>
              <a:endParaRPr/>
            </a:p>
          </p:txBody>
        </p:sp>
        <p:sp>
          <p:nvSpPr>
            <p:cNvPr id="88" name="object 90"/>
            <p:cNvSpPr/>
            <p:nvPr/>
          </p:nvSpPr>
          <p:spPr>
            <a:xfrm>
              <a:off x="7486835" y="5042435"/>
              <a:ext cx="483106" cy="967877"/>
            </a:xfrm>
            <a:prstGeom prst="rect">
              <a:avLst/>
            </a:prstGeom>
            <a:blipFill>
              <a:blip r:embed="rId70" cstate="print"/>
              <a:stretch>
                <a:fillRect/>
              </a:stretch>
            </a:blipFill>
          </p:spPr>
          <p:txBody>
            <a:bodyPr wrap="square" lIns="0" tIns="0" rIns="0" bIns="0" rtlCol="0"/>
            <a:lstStyle/>
            <a:p>
              <a:endParaRPr/>
            </a:p>
          </p:txBody>
        </p:sp>
        <p:sp>
          <p:nvSpPr>
            <p:cNvPr id="89" name="object 91"/>
            <p:cNvSpPr/>
            <p:nvPr/>
          </p:nvSpPr>
          <p:spPr>
            <a:xfrm>
              <a:off x="7472484" y="6026986"/>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6F6F7"/>
            </a:solidFill>
          </p:spPr>
          <p:txBody>
            <a:bodyPr wrap="square" lIns="0" tIns="0" rIns="0" bIns="0" rtlCol="0"/>
            <a:lstStyle/>
            <a:p>
              <a:endParaRPr/>
            </a:p>
          </p:txBody>
        </p:sp>
        <p:sp>
          <p:nvSpPr>
            <p:cNvPr id="90" name="object 92"/>
            <p:cNvSpPr/>
            <p:nvPr/>
          </p:nvSpPr>
          <p:spPr>
            <a:xfrm>
              <a:off x="7345725" y="6053224"/>
              <a:ext cx="129121" cy="240781"/>
            </a:xfrm>
            <a:prstGeom prst="rect">
              <a:avLst/>
            </a:prstGeom>
            <a:blipFill>
              <a:blip r:embed="rId71" cstate="print"/>
              <a:stretch>
                <a:fillRect/>
              </a:stretch>
            </a:blipFill>
          </p:spPr>
          <p:txBody>
            <a:bodyPr wrap="square" lIns="0" tIns="0" rIns="0" bIns="0" rtlCol="0"/>
            <a:lstStyle/>
            <a:p>
              <a:endParaRPr/>
            </a:p>
          </p:txBody>
        </p:sp>
        <p:sp>
          <p:nvSpPr>
            <p:cNvPr id="91" name="object 93"/>
            <p:cNvSpPr/>
            <p:nvPr/>
          </p:nvSpPr>
          <p:spPr>
            <a:xfrm>
              <a:off x="7472471" y="6043692"/>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6F6F7"/>
            </a:solidFill>
          </p:spPr>
          <p:txBody>
            <a:bodyPr wrap="square" lIns="0" tIns="0" rIns="0" bIns="0" rtlCol="0"/>
            <a:lstStyle/>
            <a:p>
              <a:endParaRPr/>
            </a:p>
          </p:txBody>
        </p:sp>
        <p:sp>
          <p:nvSpPr>
            <p:cNvPr id="92" name="object 94"/>
            <p:cNvSpPr/>
            <p:nvPr/>
          </p:nvSpPr>
          <p:spPr>
            <a:xfrm>
              <a:off x="7477246" y="6029386"/>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DF8F8"/>
            </a:solidFill>
          </p:spPr>
          <p:txBody>
            <a:bodyPr wrap="square" lIns="0" tIns="0" rIns="0" bIns="0" rtlCol="0"/>
            <a:lstStyle/>
            <a:p>
              <a:endParaRPr/>
            </a:p>
          </p:txBody>
        </p:sp>
        <p:sp>
          <p:nvSpPr>
            <p:cNvPr id="93" name="object 95"/>
            <p:cNvSpPr/>
            <p:nvPr/>
          </p:nvSpPr>
          <p:spPr>
            <a:xfrm>
              <a:off x="7355263" y="6031773"/>
              <a:ext cx="136305" cy="264619"/>
            </a:xfrm>
            <a:prstGeom prst="rect">
              <a:avLst/>
            </a:prstGeom>
            <a:blipFill>
              <a:blip r:embed="rId72" cstate="print"/>
              <a:stretch>
                <a:fillRect/>
              </a:stretch>
            </a:blipFill>
          </p:spPr>
          <p:txBody>
            <a:bodyPr wrap="square" lIns="0" tIns="0" rIns="0" bIns="0" rtlCol="0"/>
            <a:lstStyle/>
            <a:p>
              <a:endParaRPr/>
            </a:p>
          </p:txBody>
        </p:sp>
        <p:sp>
          <p:nvSpPr>
            <p:cNvPr id="94" name="object 96"/>
            <p:cNvSpPr/>
            <p:nvPr/>
          </p:nvSpPr>
          <p:spPr>
            <a:xfrm>
              <a:off x="7525100" y="5040055"/>
              <a:ext cx="468687" cy="901143"/>
            </a:xfrm>
            <a:prstGeom prst="rect">
              <a:avLst/>
            </a:prstGeom>
            <a:blipFill>
              <a:blip r:embed="rId73" cstate="print"/>
              <a:stretch>
                <a:fillRect/>
              </a:stretch>
            </a:blipFill>
          </p:spPr>
          <p:txBody>
            <a:bodyPr wrap="square" lIns="0" tIns="0" rIns="0" bIns="0" rtlCol="0"/>
            <a:lstStyle/>
            <a:p>
              <a:endParaRPr/>
            </a:p>
          </p:txBody>
        </p:sp>
        <p:sp>
          <p:nvSpPr>
            <p:cNvPr id="95" name="object 97"/>
            <p:cNvSpPr/>
            <p:nvPr/>
          </p:nvSpPr>
          <p:spPr>
            <a:xfrm>
              <a:off x="7505936" y="5988866"/>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96" name="object 98"/>
            <p:cNvSpPr/>
            <p:nvPr/>
          </p:nvSpPr>
          <p:spPr>
            <a:xfrm>
              <a:off x="7360038" y="6012722"/>
              <a:ext cx="153026" cy="288459"/>
            </a:xfrm>
            <a:prstGeom prst="rect">
              <a:avLst/>
            </a:prstGeom>
            <a:blipFill>
              <a:blip r:embed="rId74" cstate="print"/>
              <a:stretch>
                <a:fillRect/>
              </a:stretch>
            </a:blipFill>
          </p:spPr>
          <p:txBody>
            <a:bodyPr wrap="square" lIns="0" tIns="0" rIns="0" bIns="0" rtlCol="0"/>
            <a:lstStyle/>
            <a:p>
              <a:endParaRPr/>
            </a:p>
          </p:txBody>
        </p:sp>
        <p:sp>
          <p:nvSpPr>
            <p:cNvPr id="97" name="object 99"/>
            <p:cNvSpPr/>
            <p:nvPr/>
          </p:nvSpPr>
          <p:spPr>
            <a:xfrm>
              <a:off x="7510685" y="5049620"/>
              <a:ext cx="485478" cy="960718"/>
            </a:xfrm>
            <a:prstGeom prst="rect">
              <a:avLst/>
            </a:prstGeom>
            <a:blipFill>
              <a:blip r:embed="rId75" cstate="print"/>
              <a:stretch>
                <a:fillRect/>
              </a:stretch>
            </a:blipFill>
          </p:spPr>
          <p:txBody>
            <a:bodyPr wrap="square" lIns="0" tIns="0" rIns="0" bIns="0" rtlCol="0"/>
            <a:lstStyle/>
            <a:p>
              <a:endParaRPr/>
            </a:p>
          </p:txBody>
        </p:sp>
        <p:sp>
          <p:nvSpPr>
            <p:cNvPr id="98" name="object 100"/>
            <p:cNvSpPr/>
            <p:nvPr/>
          </p:nvSpPr>
          <p:spPr>
            <a:xfrm>
              <a:off x="7369570" y="5052011"/>
              <a:ext cx="638503" cy="1256345"/>
            </a:xfrm>
            <a:prstGeom prst="rect">
              <a:avLst/>
            </a:prstGeom>
            <a:blipFill>
              <a:blip r:embed="rId76" cstate="print"/>
              <a:stretch>
                <a:fillRect/>
              </a:stretch>
            </a:blipFill>
          </p:spPr>
          <p:txBody>
            <a:bodyPr wrap="square" lIns="0" tIns="0" rIns="0" bIns="0" rtlCol="0"/>
            <a:lstStyle/>
            <a:p>
              <a:endParaRPr/>
            </a:p>
          </p:txBody>
        </p:sp>
        <p:sp>
          <p:nvSpPr>
            <p:cNvPr id="99" name="object 101"/>
            <p:cNvSpPr/>
            <p:nvPr/>
          </p:nvSpPr>
          <p:spPr>
            <a:xfrm>
              <a:off x="7383876" y="5073492"/>
              <a:ext cx="624192" cy="1237251"/>
            </a:xfrm>
            <a:prstGeom prst="rect">
              <a:avLst/>
            </a:prstGeom>
            <a:blipFill>
              <a:blip r:embed="rId77" cstate="print"/>
              <a:stretch>
                <a:fillRect/>
              </a:stretch>
            </a:blipFill>
          </p:spPr>
          <p:txBody>
            <a:bodyPr wrap="square" lIns="0" tIns="0" rIns="0" bIns="0" rtlCol="0"/>
            <a:lstStyle/>
            <a:p>
              <a:endParaRPr/>
            </a:p>
          </p:txBody>
        </p:sp>
        <p:sp>
          <p:nvSpPr>
            <p:cNvPr id="100" name="object 102"/>
            <p:cNvSpPr/>
            <p:nvPr/>
          </p:nvSpPr>
          <p:spPr>
            <a:xfrm>
              <a:off x="7388638" y="5109256"/>
              <a:ext cx="607448" cy="1203875"/>
            </a:xfrm>
            <a:prstGeom prst="rect">
              <a:avLst/>
            </a:prstGeom>
            <a:blipFill>
              <a:blip r:embed="rId78" cstate="print"/>
              <a:stretch>
                <a:fillRect/>
              </a:stretch>
            </a:blipFill>
          </p:spPr>
          <p:txBody>
            <a:bodyPr wrap="square" lIns="0" tIns="0" rIns="0" bIns="0" rtlCol="0"/>
            <a:lstStyle/>
            <a:p>
              <a:endParaRPr/>
            </a:p>
          </p:txBody>
        </p:sp>
        <p:sp>
          <p:nvSpPr>
            <p:cNvPr id="101" name="object 103"/>
            <p:cNvSpPr/>
            <p:nvPr/>
          </p:nvSpPr>
          <p:spPr>
            <a:xfrm>
              <a:off x="7393414" y="5254690"/>
              <a:ext cx="535701" cy="1060841"/>
            </a:xfrm>
            <a:prstGeom prst="rect">
              <a:avLst/>
            </a:prstGeom>
            <a:blipFill>
              <a:blip r:embed="rId79" cstate="print"/>
              <a:stretch>
                <a:fillRect/>
              </a:stretch>
            </a:blipFill>
          </p:spPr>
          <p:txBody>
            <a:bodyPr wrap="square" lIns="0" tIns="0" rIns="0" bIns="0" rtlCol="0"/>
            <a:lstStyle/>
            <a:p>
              <a:endParaRPr/>
            </a:p>
          </p:txBody>
        </p:sp>
        <p:sp>
          <p:nvSpPr>
            <p:cNvPr id="102" name="object 104"/>
            <p:cNvSpPr/>
            <p:nvPr/>
          </p:nvSpPr>
          <p:spPr>
            <a:xfrm>
              <a:off x="7976953" y="5111652"/>
              <a:ext cx="23900" cy="40533"/>
            </a:xfrm>
            <a:prstGeom prst="rect">
              <a:avLst/>
            </a:prstGeom>
            <a:blipFill>
              <a:blip r:embed="rId80" cstate="print"/>
              <a:stretch>
                <a:fillRect/>
              </a:stretch>
            </a:blipFill>
          </p:spPr>
          <p:txBody>
            <a:bodyPr wrap="square" lIns="0" tIns="0" rIns="0" bIns="0" rtlCol="0"/>
            <a:lstStyle/>
            <a:p>
              <a:endParaRPr/>
            </a:p>
          </p:txBody>
        </p:sp>
        <p:sp>
          <p:nvSpPr>
            <p:cNvPr id="103" name="object 105"/>
            <p:cNvSpPr/>
            <p:nvPr/>
          </p:nvSpPr>
          <p:spPr>
            <a:xfrm>
              <a:off x="7398176" y="5285685"/>
              <a:ext cx="521351" cy="1034622"/>
            </a:xfrm>
            <a:prstGeom prst="rect">
              <a:avLst/>
            </a:prstGeom>
            <a:blipFill>
              <a:blip r:embed="rId81" cstate="print"/>
              <a:stretch>
                <a:fillRect/>
              </a:stretch>
            </a:blipFill>
          </p:spPr>
          <p:txBody>
            <a:bodyPr wrap="square" lIns="0" tIns="0" rIns="0" bIns="0" rtlCol="0"/>
            <a:lstStyle/>
            <a:p>
              <a:endParaRPr/>
            </a:p>
          </p:txBody>
        </p:sp>
        <p:sp>
          <p:nvSpPr>
            <p:cNvPr id="104" name="object 106"/>
            <p:cNvSpPr/>
            <p:nvPr/>
          </p:nvSpPr>
          <p:spPr>
            <a:xfrm>
              <a:off x="8010418" y="5090201"/>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EFDF5"/>
            </a:solidFill>
          </p:spPr>
          <p:txBody>
            <a:bodyPr wrap="square" lIns="0" tIns="0" rIns="0" bIns="0" rtlCol="0"/>
            <a:lstStyle/>
            <a:p>
              <a:endParaRPr/>
            </a:p>
          </p:txBody>
        </p:sp>
        <p:sp>
          <p:nvSpPr>
            <p:cNvPr id="105" name="object 107"/>
            <p:cNvSpPr/>
            <p:nvPr/>
          </p:nvSpPr>
          <p:spPr>
            <a:xfrm>
              <a:off x="7555986" y="5333381"/>
              <a:ext cx="351548" cy="693721"/>
            </a:xfrm>
            <a:prstGeom prst="rect">
              <a:avLst/>
            </a:prstGeom>
            <a:blipFill>
              <a:blip r:embed="rId82" cstate="print"/>
              <a:stretch>
                <a:fillRect/>
              </a:stretch>
            </a:blipFill>
          </p:spPr>
          <p:txBody>
            <a:bodyPr wrap="square" lIns="0" tIns="0" rIns="0" bIns="0" rtlCol="0"/>
            <a:lstStyle/>
            <a:p>
              <a:endParaRPr/>
            </a:p>
          </p:txBody>
        </p:sp>
        <p:sp>
          <p:nvSpPr>
            <p:cNvPr id="106" name="object 108"/>
            <p:cNvSpPr/>
            <p:nvPr/>
          </p:nvSpPr>
          <p:spPr>
            <a:xfrm>
              <a:off x="7563149" y="5354845"/>
              <a:ext cx="339590" cy="669881"/>
            </a:xfrm>
            <a:prstGeom prst="rect">
              <a:avLst/>
            </a:prstGeom>
            <a:blipFill>
              <a:blip r:embed="rId83" cstate="print"/>
              <a:stretch>
                <a:fillRect/>
              </a:stretch>
            </a:blipFill>
          </p:spPr>
          <p:txBody>
            <a:bodyPr wrap="square" lIns="0" tIns="0" rIns="0" bIns="0" rtlCol="0"/>
            <a:lstStyle/>
            <a:p>
              <a:endParaRPr/>
            </a:p>
          </p:txBody>
        </p:sp>
        <p:sp>
          <p:nvSpPr>
            <p:cNvPr id="107" name="object 109"/>
            <p:cNvSpPr/>
            <p:nvPr/>
          </p:nvSpPr>
          <p:spPr>
            <a:xfrm>
              <a:off x="7450729" y="6253572"/>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108" name="object 110"/>
            <p:cNvSpPr/>
            <p:nvPr/>
          </p:nvSpPr>
          <p:spPr>
            <a:xfrm>
              <a:off x="7567912" y="5385839"/>
              <a:ext cx="325240" cy="641275"/>
            </a:xfrm>
            <a:prstGeom prst="rect">
              <a:avLst/>
            </a:prstGeom>
            <a:blipFill>
              <a:blip r:embed="rId84" cstate="print"/>
              <a:stretch>
                <a:fillRect/>
              </a:stretch>
            </a:blipFill>
          </p:spPr>
          <p:txBody>
            <a:bodyPr wrap="square" lIns="0" tIns="0" rIns="0" bIns="0" rtlCol="0"/>
            <a:lstStyle/>
            <a:p>
              <a:endParaRPr/>
            </a:p>
          </p:txBody>
        </p:sp>
        <p:sp>
          <p:nvSpPr>
            <p:cNvPr id="109" name="object 111"/>
            <p:cNvSpPr/>
            <p:nvPr/>
          </p:nvSpPr>
          <p:spPr>
            <a:xfrm>
              <a:off x="7572687" y="5407297"/>
              <a:ext cx="315675" cy="622204"/>
            </a:xfrm>
            <a:prstGeom prst="rect">
              <a:avLst/>
            </a:prstGeom>
            <a:blipFill>
              <a:blip r:embed="rId85" cstate="print"/>
              <a:stretch>
                <a:fillRect/>
              </a:stretch>
            </a:blipFill>
          </p:spPr>
          <p:txBody>
            <a:bodyPr wrap="square" lIns="0" tIns="0" rIns="0" bIns="0" rtlCol="0"/>
            <a:lstStyle/>
            <a:p>
              <a:endParaRPr/>
            </a:p>
          </p:txBody>
        </p:sp>
        <p:sp>
          <p:nvSpPr>
            <p:cNvPr id="110" name="object 112"/>
            <p:cNvSpPr/>
            <p:nvPr/>
          </p:nvSpPr>
          <p:spPr>
            <a:xfrm>
              <a:off x="7431564" y="6315573"/>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111" name="object 113"/>
            <p:cNvSpPr/>
            <p:nvPr/>
          </p:nvSpPr>
          <p:spPr>
            <a:xfrm>
              <a:off x="7579850" y="5447833"/>
              <a:ext cx="294149" cy="579294"/>
            </a:xfrm>
            <a:prstGeom prst="rect">
              <a:avLst/>
            </a:prstGeom>
            <a:blipFill>
              <a:blip r:embed="rId86" cstate="print"/>
              <a:stretch>
                <a:fillRect/>
              </a:stretch>
            </a:blipFill>
          </p:spPr>
          <p:txBody>
            <a:bodyPr wrap="square" lIns="0" tIns="0" rIns="0" bIns="0" rtlCol="0"/>
            <a:lstStyle/>
            <a:p>
              <a:endParaRPr/>
            </a:p>
          </p:txBody>
        </p:sp>
        <p:sp>
          <p:nvSpPr>
            <p:cNvPr id="112" name="object 114"/>
            <p:cNvSpPr/>
            <p:nvPr/>
          </p:nvSpPr>
          <p:spPr>
            <a:xfrm>
              <a:off x="7431552" y="6322731"/>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DF8F8"/>
            </a:solidFill>
          </p:spPr>
          <p:txBody>
            <a:bodyPr wrap="square" lIns="0" tIns="0" rIns="0" bIns="0" rtlCol="0"/>
            <a:lstStyle/>
            <a:p>
              <a:endParaRPr/>
            </a:p>
          </p:txBody>
        </p:sp>
        <p:sp>
          <p:nvSpPr>
            <p:cNvPr id="113" name="object 115"/>
            <p:cNvSpPr/>
            <p:nvPr/>
          </p:nvSpPr>
          <p:spPr>
            <a:xfrm>
              <a:off x="7584612" y="5478828"/>
              <a:ext cx="279801" cy="550687"/>
            </a:xfrm>
            <a:prstGeom prst="rect">
              <a:avLst/>
            </a:prstGeom>
            <a:blipFill>
              <a:blip r:embed="rId87" cstate="print"/>
              <a:stretch>
                <a:fillRect/>
              </a:stretch>
            </a:blipFill>
          </p:spPr>
          <p:txBody>
            <a:bodyPr wrap="square" lIns="0" tIns="0" rIns="0" bIns="0" rtlCol="0"/>
            <a:lstStyle/>
            <a:p>
              <a:endParaRPr/>
            </a:p>
          </p:txBody>
        </p:sp>
        <p:sp>
          <p:nvSpPr>
            <p:cNvPr id="114" name="object 116"/>
            <p:cNvSpPr/>
            <p:nvPr/>
          </p:nvSpPr>
          <p:spPr>
            <a:xfrm>
              <a:off x="7433927" y="6329894"/>
              <a:ext cx="10160" cy="12065"/>
            </a:xfrm>
            <a:custGeom>
              <a:avLst/>
              <a:gdLst/>
              <a:ahLst/>
              <a:cxnLst/>
              <a:rect l="l" t="t" r="r" b="b"/>
              <a:pathLst>
                <a:path w="10159" h="12064">
                  <a:moveTo>
                    <a:pt x="9550" y="0"/>
                  </a:moveTo>
                  <a:lnTo>
                    <a:pt x="0" y="0"/>
                  </a:lnTo>
                  <a:lnTo>
                    <a:pt x="0" y="11927"/>
                  </a:lnTo>
                  <a:lnTo>
                    <a:pt x="9550" y="11927"/>
                  </a:lnTo>
                  <a:lnTo>
                    <a:pt x="9550" y="0"/>
                  </a:lnTo>
                  <a:close/>
                </a:path>
              </a:pathLst>
            </a:custGeom>
            <a:solidFill>
              <a:srgbClr val="FDF8F8"/>
            </a:solidFill>
          </p:spPr>
          <p:txBody>
            <a:bodyPr wrap="square" lIns="0" tIns="0" rIns="0" bIns="0" rtlCol="0"/>
            <a:lstStyle/>
            <a:p>
              <a:endParaRPr/>
            </a:p>
          </p:txBody>
        </p:sp>
        <p:sp>
          <p:nvSpPr>
            <p:cNvPr id="115" name="object 117"/>
            <p:cNvSpPr/>
            <p:nvPr/>
          </p:nvSpPr>
          <p:spPr>
            <a:xfrm>
              <a:off x="7591775" y="5533666"/>
              <a:ext cx="251102" cy="493473"/>
            </a:xfrm>
            <a:prstGeom prst="rect">
              <a:avLst/>
            </a:prstGeom>
            <a:blipFill>
              <a:blip r:embed="rId88" cstate="print"/>
              <a:stretch>
                <a:fillRect/>
              </a:stretch>
            </a:blipFill>
          </p:spPr>
          <p:txBody>
            <a:bodyPr wrap="square" lIns="0" tIns="0" rIns="0" bIns="0" rtlCol="0"/>
            <a:lstStyle/>
            <a:p>
              <a:endParaRPr/>
            </a:p>
          </p:txBody>
        </p:sp>
        <p:sp>
          <p:nvSpPr>
            <p:cNvPr id="116" name="object 118"/>
            <p:cNvSpPr/>
            <p:nvPr/>
          </p:nvSpPr>
          <p:spPr>
            <a:xfrm>
              <a:off x="7598925" y="5593272"/>
              <a:ext cx="220011" cy="431492"/>
            </a:xfrm>
            <a:prstGeom prst="rect">
              <a:avLst/>
            </a:prstGeom>
            <a:blipFill>
              <a:blip r:embed="rId89" cstate="print"/>
              <a:stretch>
                <a:fillRect/>
              </a:stretch>
            </a:blipFill>
          </p:spPr>
          <p:txBody>
            <a:bodyPr wrap="square" lIns="0" tIns="0" rIns="0" bIns="0" rtlCol="0"/>
            <a:lstStyle/>
            <a:p>
              <a:endParaRPr/>
            </a:p>
          </p:txBody>
        </p:sp>
        <p:sp>
          <p:nvSpPr>
            <p:cNvPr id="117" name="object 119"/>
            <p:cNvSpPr/>
            <p:nvPr/>
          </p:nvSpPr>
          <p:spPr>
            <a:xfrm>
              <a:off x="7445852" y="6334674"/>
              <a:ext cx="7620" cy="7620"/>
            </a:xfrm>
            <a:custGeom>
              <a:avLst/>
              <a:gdLst/>
              <a:ahLst/>
              <a:cxnLst/>
              <a:rect l="l" t="t" r="r" b="b"/>
              <a:pathLst>
                <a:path w="7620" h="7620">
                  <a:moveTo>
                    <a:pt x="7159" y="0"/>
                  </a:moveTo>
                  <a:lnTo>
                    <a:pt x="0" y="0"/>
                  </a:lnTo>
                  <a:lnTo>
                    <a:pt x="0" y="7159"/>
                  </a:lnTo>
                  <a:lnTo>
                    <a:pt x="7159" y="7159"/>
                  </a:lnTo>
                  <a:lnTo>
                    <a:pt x="7159" y="0"/>
                  </a:lnTo>
                  <a:close/>
                </a:path>
              </a:pathLst>
            </a:custGeom>
            <a:solidFill>
              <a:srgbClr val="FDF8F8"/>
            </a:solidFill>
          </p:spPr>
          <p:txBody>
            <a:bodyPr wrap="square" lIns="0" tIns="0" rIns="0" bIns="0" rtlCol="0"/>
            <a:lstStyle/>
            <a:p>
              <a:endParaRPr/>
            </a:p>
          </p:txBody>
        </p:sp>
        <p:sp>
          <p:nvSpPr>
            <p:cNvPr id="118" name="object 120"/>
            <p:cNvSpPr/>
            <p:nvPr/>
          </p:nvSpPr>
          <p:spPr>
            <a:xfrm>
              <a:off x="7606088" y="5772073"/>
              <a:ext cx="129130" cy="250317"/>
            </a:xfrm>
            <a:prstGeom prst="rect">
              <a:avLst/>
            </a:prstGeom>
            <a:blipFill>
              <a:blip r:embed="rId90" cstate="print"/>
              <a:stretch>
                <a:fillRect/>
              </a:stretch>
            </a:blipFill>
          </p:spPr>
          <p:txBody>
            <a:bodyPr wrap="square" lIns="0" tIns="0" rIns="0" bIns="0" rtlCol="0"/>
            <a:lstStyle/>
            <a:p>
              <a:endParaRPr/>
            </a:p>
          </p:txBody>
        </p:sp>
        <p:sp>
          <p:nvSpPr>
            <p:cNvPr id="119" name="object 121"/>
            <p:cNvSpPr/>
            <p:nvPr/>
          </p:nvSpPr>
          <p:spPr>
            <a:xfrm>
              <a:off x="7939151" y="5722620"/>
              <a:ext cx="1723644" cy="968502"/>
            </a:xfrm>
            <a:prstGeom prst="rect">
              <a:avLst/>
            </a:prstGeom>
            <a:blipFill>
              <a:blip r:embed="rId91" cstate="print"/>
              <a:stretch>
                <a:fillRect/>
              </a:stretch>
            </a:blipFill>
          </p:spPr>
          <p:txBody>
            <a:bodyPr wrap="square" lIns="0" tIns="0" rIns="0" bIns="0" rtlCol="0"/>
            <a:lstStyle/>
            <a:p>
              <a:endParaRPr/>
            </a:p>
          </p:txBody>
        </p:sp>
      </p:grpSp>
      <p:sp>
        <p:nvSpPr>
          <p:cNvPr id="120" name="object 122"/>
          <p:cNvSpPr/>
          <p:nvPr/>
        </p:nvSpPr>
        <p:spPr>
          <a:xfrm>
            <a:off x="8485723" y="1690688"/>
            <a:ext cx="906780" cy="1728977"/>
          </a:xfrm>
          <a:prstGeom prst="rect">
            <a:avLst/>
          </a:prstGeom>
          <a:blipFill>
            <a:blip r:embed="rId9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551900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Seguridad en el Diseño</a:t>
            </a:r>
            <a:endParaRPr lang="es-ES" dirty="0"/>
          </a:p>
        </p:txBody>
      </p:sp>
      <p:sp>
        <p:nvSpPr>
          <p:cNvPr id="3" name="Marcador de contenido 2"/>
          <p:cNvSpPr>
            <a:spLocks noGrp="1"/>
          </p:cNvSpPr>
          <p:nvPr>
            <p:ph idx="1"/>
          </p:nvPr>
        </p:nvSpPr>
        <p:spPr/>
        <p:txBody>
          <a:bodyPr>
            <a:normAutofit fontScale="70000" lnSpcReduction="20000"/>
          </a:bodyPr>
          <a:lstStyle/>
          <a:p>
            <a:pPr marL="12700" marR="5080">
              <a:lnSpc>
                <a:spcPct val="130300"/>
              </a:lnSpc>
              <a:spcBef>
                <a:spcPts val="2550"/>
              </a:spcBef>
            </a:pPr>
            <a:r>
              <a:rPr lang="es-ES" spc="204" dirty="0">
                <a:latin typeface="Trebuchet MS"/>
                <a:cs typeface="Trebuchet MS"/>
              </a:rPr>
              <a:t>Muchas </a:t>
            </a:r>
            <a:r>
              <a:rPr lang="es-ES" spc="25" dirty="0">
                <a:latin typeface="Trebuchet MS"/>
                <a:cs typeface="Trebuchet MS"/>
              </a:rPr>
              <a:t>de </a:t>
            </a:r>
            <a:r>
              <a:rPr lang="es-ES" spc="155" dirty="0">
                <a:latin typeface="Trebuchet MS"/>
                <a:cs typeface="Trebuchet MS"/>
              </a:rPr>
              <a:t>las </a:t>
            </a:r>
            <a:r>
              <a:rPr lang="es-ES" spc="80" dirty="0">
                <a:latin typeface="Trebuchet MS"/>
                <a:cs typeface="Trebuchet MS"/>
              </a:rPr>
              <a:t>vulnerabilidades </a:t>
            </a:r>
            <a:r>
              <a:rPr lang="es-ES" spc="120" dirty="0">
                <a:latin typeface="Trebuchet MS"/>
                <a:cs typeface="Trebuchet MS"/>
              </a:rPr>
              <a:t>encontradas </a:t>
            </a:r>
            <a:r>
              <a:rPr lang="es-ES" spc="30" dirty="0">
                <a:latin typeface="Trebuchet MS"/>
                <a:cs typeface="Trebuchet MS"/>
              </a:rPr>
              <a:t>en </a:t>
            </a:r>
            <a:r>
              <a:rPr lang="es-ES" spc="80" dirty="0">
                <a:latin typeface="Trebuchet MS"/>
                <a:cs typeface="Trebuchet MS"/>
              </a:rPr>
              <a:t>aplicaciones tuvieron  </a:t>
            </a:r>
            <a:r>
              <a:rPr lang="es-ES" spc="220" dirty="0">
                <a:latin typeface="Trebuchet MS"/>
                <a:cs typeface="Trebuchet MS"/>
              </a:rPr>
              <a:t>su </a:t>
            </a:r>
            <a:r>
              <a:rPr lang="es-ES" spc="175" dirty="0">
                <a:latin typeface="Trebuchet MS"/>
                <a:cs typeface="Trebuchet MS"/>
              </a:rPr>
              <a:t>causa </a:t>
            </a:r>
            <a:r>
              <a:rPr lang="es-ES" spc="30" dirty="0">
                <a:latin typeface="Trebuchet MS"/>
                <a:cs typeface="Trebuchet MS"/>
              </a:rPr>
              <a:t>en </a:t>
            </a:r>
            <a:r>
              <a:rPr lang="es-ES" spc="120" dirty="0">
                <a:latin typeface="Trebuchet MS"/>
                <a:cs typeface="Trebuchet MS"/>
              </a:rPr>
              <a:t>errores </a:t>
            </a:r>
            <a:r>
              <a:rPr lang="es-ES" spc="25" dirty="0">
                <a:latin typeface="Trebuchet MS"/>
                <a:cs typeface="Trebuchet MS"/>
              </a:rPr>
              <a:t>de </a:t>
            </a:r>
            <a:r>
              <a:rPr lang="es-ES" spc="40" dirty="0">
                <a:latin typeface="Trebuchet MS"/>
                <a:cs typeface="Trebuchet MS"/>
              </a:rPr>
              <a:t>diseño.</a:t>
            </a:r>
            <a:r>
              <a:rPr lang="es-ES" spc="350" dirty="0">
                <a:latin typeface="Trebuchet MS"/>
                <a:cs typeface="Trebuchet MS"/>
              </a:rPr>
              <a:t> </a:t>
            </a:r>
            <a:r>
              <a:rPr lang="es-ES" spc="-70" dirty="0" err="1">
                <a:latin typeface="Trebuchet MS"/>
                <a:cs typeface="Trebuchet MS"/>
              </a:rPr>
              <a:t>Ej</a:t>
            </a:r>
            <a:r>
              <a:rPr lang="es-ES" spc="-70" dirty="0">
                <a:latin typeface="Trebuchet MS"/>
                <a:cs typeface="Trebuchet MS"/>
              </a:rPr>
              <a:t>:</a:t>
            </a:r>
            <a:endParaRPr lang="es-ES" dirty="0">
              <a:latin typeface="Trebuchet MS"/>
              <a:cs typeface="Trebuchet MS"/>
            </a:endParaRPr>
          </a:p>
          <a:p>
            <a:pPr>
              <a:lnSpc>
                <a:spcPct val="100000"/>
              </a:lnSpc>
              <a:spcBef>
                <a:spcPts val="35"/>
              </a:spcBef>
            </a:pPr>
            <a:endParaRPr lang="es-ES" sz="4400" dirty="0">
              <a:latin typeface="Trebuchet MS"/>
              <a:cs typeface="Trebuchet MS"/>
            </a:endParaRPr>
          </a:p>
          <a:p>
            <a:pPr marL="12700">
              <a:lnSpc>
                <a:spcPct val="100000"/>
              </a:lnSpc>
            </a:pPr>
            <a:r>
              <a:rPr lang="es-ES" u="heavy" spc="70" dirty="0">
                <a:uFill>
                  <a:solidFill>
                    <a:srgbClr val="FFFF9A"/>
                  </a:solidFill>
                </a:uFill>
                <a:latin typeface="Trebuchet MS"/>
                <a:cs typeface="Trebuchet MS"/>
              </a:rPr>
              <a:t>Aplicación Home </a:t>
            </a:r>
            <a:r>
              <a:rPr lang="es-ES" u="heavy" spc="110" dirty="0" err="1">
                <a:uFill>
                  <a:solidFill>
                    <a:srgbClr val="FFFF9A"/>
                  </a:solidFill>
                </a:uFill>
                <a:latin typeface="Trebuchet MS"/>
                <a:cs typeface="Trebuchet MS"/>
              </a:rPr>
              <a:t>banking</a:t>
            </a:r>
            <a:r>
              <a:rPr lang="es-ES" u="heavy" spc="320" dirty="0">
                <a:uFill>
                  <a:solidFill>
                    <a:srgbClr val="FFFF9A"/>
                  </a:solidFill>
                </a:uFill>
                <a:latin typeface="Trebuchet MS"/>
                <a:cs typeface="Trebuchet MS"/>
              </a:rPr>
              <a:t> </a:t>
            </a:r>
            <a:r>
              <a:rPr lang="es-ES" u="heavy" spc="190" dirty="0">
                <a:uFill>
                  <a:solidFill>
                    <a:srgbClr val="FFFF9A"/>
                  </a:solidFill>
                </a:uFill>
                <a:latin typeface="Trebuchet MS"/>
                <a:cs typeface="Trebuchet MS"/>
              </a:rPr>
              <a:t>(WEB)</a:t>
            </a:r>
            <a:endParaRPr lang="es-ES" dirty="0">
              <a:latin typeface="Trebuchet MS"/>
              <a:cs typeface="Trebuchet MS"/>
            </a:endParaRPr>
          </a:p>
          <a:p>
            <a:pPr marL="205740" indent="-193675">
              <a:lnSpc>
                <a:spcPct val="100000"/>
              </a:lnSpc>
              <a:spcBef>
                <a:spcPts val="655"/>
              </a:spcBef>
              <a:buClr>
                <a:srgbClr val="FF3300"/>
              </a:buClr>
              <a:buFont typeface="Wingdings"/>
              <a:buChar char=""/>
              <a:tabLst>
                <a:tab pos="206375" algn="l"/>
              </a:tabLst>
            </a:pPr>
            <a:r>
              <a:rPr lang="es-ES" spc="55" dirty="0">
                <a:latin typeface="Trebuchet MS"/>
                <a:cs typeface="Trebuchet MS"/>
              </a:rPr>
              <a:t>Incluía </a:t>
            </a:r>
            <a:r>
              <a:rPr lang="es-ES" spc="-50" dirty="0">
                <a:latin typeface="Trebuchet MS"/>
                <a:cs typeface="Trebuchet MS"/>
              </a:rPr>
              <a:t>el </a:t>
            </a:r>
            <a:r>
              <a:rPr lang="es-ES" spc="85" dirty="0">
                <a:latin typeface="Trebuchet MS"/>
                <a:cs typeface="Trebuchet MS"/>
              </a:rPr>
              <a:t>número </a:t>
            </a:r>
            <a:r>
              <a:rPr lang="es-ES" spc="25" dirty="0">
                <a:latin typeface="Trebuchet MS"/>
                <a:cs typeface="Trebuchet MS"/>
              </a:rPr>
              <a:t>de </a:t>
            </a:r>
            <a:r>
              <a:rPr lang="es-ES" spc="70" dirty="0">
                <a:latin typeface="Trebuchet MS"/>
                <a:cs typeface="Trebuchet MS"/>
              </a:rPr>
              <a:t>cuenta </a:t>
            </a:r>
            <a:r>
              <a:rPr lang="es-ES" spc="30" dirty="0">
                <a:latin typeface="Trebuchet MS"/>
                <a:cs typeface="Trebuchet MS"/>
              </a:rPr>
              <a:t>en </a:t>
            </a:r>
            <a:r>
              <a:rPr lang="es-ES" spc="-50" dirty="0">
                <a:latin typeface="Trebuchet MS"/>
                <a:cs typeface="Trebuchet MS"/>
              </a:rPr>
              <a:t>el </a:t>
            </a:r>
            <a:r>
              <a:rPr lang="es-ES" spc="90" dirty="0" err="1">
                <a:latin typeface="Trebuchet MS"/>
                <a:cs typeface="Trebuchet MS"/>
              </a:rPr>
              <a:t>request</a:t>
            </a:r>
            <a:r>
              <a:rPr lang="es-ES" spc="90" dirty="0">
                <a:latin typeface="Trebuchet MS"/>
                <a:cs typeface="Trebuchet MS"/>
              </a:rPr>
              <a:t> </a:t>
            </a:r>
            <a:r>
              <a:rPr lang="es-ES" spc="25" dirty="0">
                <a:latin typeface="Trebuchet MS"/>
                <a:cs typeface="Trebuchet MS"/>
              </a:rPr>
              <a:t>de</a:t>
            </a:r>
            <a:r>
              <a:rPr lang="es-ES" spc="185" dirty="0">
                <a:latin typeface="Trebuchet MS"/>
                <a:cs typeface="Trebuchet MS"/>
              </a:rPr>
              <a:t> </a:t>
            </a:r>
            <a:r>
              <a:rPr lang="es-ES" spc="110" dirty="0">
                <a:latin typeface="Trebuchet MS"/>
                <a:cs typeface="Trebuchet MS"/>
              </a:rPr>
              <a:t>transferencias</a:t>
            </a:r>
            <a:endParaRPr lang="es-ES" dirty="0">
              <a:latin typeface="Trebuchet MS"/>
              <a:cs typeface="Trebuchet MS"/>
            </a:endParaRPr>
          </a:p>
          <a:p>
            <a:pPr marL="205740" indent="-193675">
              <a:lnSpc>
                <a:spcPct val="100000"/>
              </a:lnSpc>
              <a:spcBef>
                <a:spcPts val="655"/>
              </a:spcBef>
              <a:buClr>
                <a:srgbClr val="FF3300"/>
              </a:buClr>
              <a:buFont typeface="Wingdings"/>
              <a:buChar char=""/>
              <a:tabLst>
                <a:tab pos="206375" algn="l"/>
              </a:tabLst>
            </a:pPr>
            <a:r>
              <a:rPr lang="es-ES" spc="190" dirty="0">
                <a:latin typeface="Trebuchet MS"/>
                <a:cs typeface="Trebuchet MS"/>
              </a:rPr>
              <a:t>No </a:t>
            </a:r>
            <a:r>
              <a:rPr lang="es-ES" spc="110" dirty="0">
                <a:latin typeface="Trebuchet MS"/>
                <a:cs typeface="Trebuchet MS"/>
              </a:rPr>
              <a:t>validaba </a:t>
            </a:r>
            <a:r>
              <a:rPr lang="es-ES" spc="50" dirty="0">
                <a:latin typeface="Trebuchet MS"/>
                <a:cs typeface="Trebuchet MS"/>
              </a:rPr>
              <a:t>que </a:t>
            </a:r>
            <a:r>
              <a:rPr lang="es-ES" spc="65" dirty="0">
                <a:latin typeface="Trebuchet MS"/>
                <a:cs typeface="Trebuchet MS"/>
              </a:rPr>
              <a:t>la </a:t>
            </a:r>
            <a:r>
              <a:rPr lang="es-ES" spc="70" dirty="0">
                <a:latin typeface="Trebuchet MS"/>
                <a:cs typeface="Trebuchet MS"/>
              </a:rPr>
              <a:t>cuenta </a:t>
            </a:r>
            <a:r>
              <a:rPr lang="es-ES" spc="80" dirty="0">
                <a:latin typeface="Trebuchet MS"/>
                <a:cs typeface="Trebuchet MS"/>
              </a:rPr>
              <a:t>origen </a:t>
            </a:r>
            <a:r>
              <a:rPr lang="es-ES" spc="50" dirty="0">
                <a:latin typeface="Trebuchet MS"/>
                <a:cs typeface="Trebuchet MS"/>
              </a:rPr>
              <a:t>perteneciera </a:t>
            </a:r>
            <a:r>
              <a:rPr lang="es-ES" spc="65" dirty="0">
                <a:latin typeface="Trebuchet MS"/>
                <a:cs typeface="Trebuchet MS"/>
              </a:rPr>
              <a:t>al </a:t>
            </a:r>
            <a:r>
              <a:rPr lang="es-ES" spc="140" dirty="0">
                <a:latin typeface="Trebuchet MS"/>
                <a:cs typeface="Trebuchet MS"/>
              </a:rPr>
              <a:t>usuario</a:t>
            </a:r>
            <a:r>
              <a:rPr lang="es-ES" spc="730" dirty="0">
                <a:latin typeface="Trebuchet MS"/>
                <a:cs typeface="Trebuchet MS"/>
              </a:rPr>
              <a:t> </a:t>
            </a:r>
            <a:r>
              <a:rPr lang="es-ES" spc="90" dirty="0" err="1">
                <a:latin typeface="Trebuchet MS"/>
                <a:cs typeface="Trebuchet MS"/>
              </a:rPr>
              <a:t>logueado</a:t>
            </a:r>
            <a:endParaRPr lang="es-ES" dirty="0">
              <a:latin typeface="Trebuchet MS"/>
              <a:cs typeface="Trebuchet MS"/>
            </a:endParaRPr>
          </a:p>
          <a:p>
            <a:pPr marL="205740" indent="-193675">
              <a:lnSpc>
                <a:spcPct val="100000"/>
              </a:lnSpc>
              <a:spcBef>
                <a:spcPts val="650"/>
              </a:spcBef>
              <a:buClr>
                <a:srgbClr val="FF3300"/>
              </a:buClr>
              <a:buFont typeface="Wingdings"/>
              <a:buChar char=""/>
              <a:tabLst>
                <a:tab pos="206375" algn="l"/>
              </a:tabLst>
            </a:pPr>
            <a:r>
              <a:rPr lang="es-ES" u="heavy" spc="45" dirty="0">
                <a:uFill>
                  <a:solidFill>
                    <a:srgbClr val="FFFFFF"/>
                  </a:solidFill>
                </a:uFill>
                <a:latin typeface="Trebuchet MS"/>
                <a:cs typeface="Trebuchet MS"/>
              </a:rPr>
              <a:t>Vulnerabilidad:</a:t>
            </a:r>
            <a:r>
              <a:rPr lang="es-ES" spc="45" dirty="0">
                <a:latin typeface="Trebuchet MS"/>
                <a:cs typeface="Trebuchet MS"/>
              </a:rPr>
              <a:t> </a:t>
            </a:r>
            <a:r>
              <a:rPr lang="es-ES" spc="114" dirty="0">
                <a:latin typeface="Trebuchet MS"/>
                <a:cs typeface="Trebuchet MS"/>
              </a:rPr>
              <a:t>Transferencias </a:t>
            </a:r>
            <a:r>
              <a:rPr lang="es-ES" spc="90" dirty="0">
                <a:latin typeface="Trebuchet MS"/>
                <a:cs typeface="Trebuchet MS"/>
              </a:rPr>
              <a:t>desde </a:t>
            </a:r>
            <a:r>
              <a:rPr lang="es-ES" spc="110" dirty="0">
                <a:latin typeface="Trebuchet MS"/>
                <a:cs typeface="Trebuchet MS"/>
              </a:rPr>
              <a:t>cuentas</a:t>
            </a:r>
            <a:r>
              <a:rPr lang="es-ES" spc="360" dirty="0">
                <a:latin typeface="Trebuchet MS"/>
                <a:cs typeface="Trebuchet MS"/>
              </a:rPr>
              <a:t> </a:t>
            </a:r>
            <a:r>
              <a:rPr lang="es-ES" spc="100" dirty="0">
                <a:latin typeface="Trebuchet MS"/>
                <a:cs typeface="Trebuchet MS"/>
              </a:rPr>
              <a:t>ajenas</a:t>
            </a:r>
            <a:endParaRPr lang="es-ES" dirty="0">
              <a:latin typeface="Trebuchet MS"/>
              <a:cs typeface="Trebuchet MS"/>
            </a:endParaRPr>
          </a:p>
          <a:p>
            <a:pPr>
              <a:lnSpc>
                <a:spcPct val="100000"/>
              </a:lnSpc>
              <a:spcBef>
                <a:spcPts val="35"/>
              </a:spcBef>
              <a:buClr>
                <a:srgbClr val="FF3300"/>
              </a:buClr>
              <a:buFont typeface="Wingdings"/>
              <a:buChar char=""/>
            </a:pPr>
            <a:endParaRPr lang="es-ES" sz="4400" dirty="0">
              <a:latin typeface="Trebuchet MS"/>
              <a:cs typeface="Trebuchet MS"/>
            </a:endParaRPr>
          </a:p>
          <a:p>
            <a:pPr marL="12700">
              <a:lnSpc>
                <a:spcPct val="100000"/>
              </a:lnSpc>
              <a:spcBef>
                <a:spcPts val="5"/>
              </a:spcBef>
            </a:pPr>
            <a:r>
              <a:rPr lang="es-ES" u="heavy" spc="70" dirty="0">
                <a:uFill>
                  <a:solidFill>
                    <a:srgbClr val="FFFF9A"/>
                  </a:solidFill>
                </a:uFill>
                <a:latin typeface="Trebuchet MS"/>
                <a:cs typeface="Trebuchet MS"/>
              </a:rPr>
              <a:t>Aplicación </a:t>
            </a:r>
            <a:r>
              <a:rPr lang="es-ES" u="heavy" spc="25" dirty="0">
                <a:uFill>
                  <a:solidFill>
                    <a:srgbClr val="FFFF9A"/>
                  </a:solidFill>
                </a:uFill>
                <a:latin typeface="Trebuchet MS"/>
                <a:cs typeface="Trebuchet MS"/>
              </a:rPr>
              <a:t>de </a:t>
            </a:r>
            <a:r>
              <a:rPr lang="es-ES" u="heavy" spc="135" dirty="0" err="1">
                <a:uFill>
                  <a:solidFill>
                    <a:srgbClr val="FFFF9A"/>
                  </a:solidFill>
                </a:uFill>
                <a:latin typeface="Trebuchet MS"/>
                <a:cs typeface="Trebuchet MS"/>
              </a:rPr>
              <a:t>Adm</a:t>
            </a:r>
            <a:r>
              <a:rPr lang="es-ES" u="heavy" spc="135" dirty="0">
                <a:uFill>
                  <a:solidFill>
                    <a:srgbClr val="FFFF9A"/>
                  </a:solidFill>
                </a:uFill>
                <a:latin typeface="Trebuchet MS"/>
                <a:cs typeface="Trebuchet MS"/>
              </a:rPr>
              <a:t> </a:t>
            </a:r>
            <a:r>
              <a:rPr lang="es-ES" u="heavy" spc="195" dirty="0">
                <a:uFill>
                  <a:solidFill>
                    <a:srgbClr val="FFFF9A"/>
                  </a:solidFill>
                </a:uFill>
                <a:latin typeface="Trebuchet MS"/>
                <a:cs typeface="Trebuchet MS"/>
              </a:rPr>
              <a:t>y </a:t>
            </a:r>
            <a:r>
              <a:rPr lang="es-ES" u="heavy" spc="165" dirty="0">
                <a:uFill>
                  <a:solidFill>
                    <a:srgbClr val="FFFF9A"/>
                  </a:solidFill>
                </a:uFill>
                <a:latin typeface="Trebuchet MS"/>
                <a:cs typeface="Trebuchet MS"/>
              </a:rPr>
              <a:t>Finanzas </a:t>
            </a:r>
            <a:r>
              <a:rPr lang="es-ES" u="heavy" spc="105" dirty="0">
                <a:uFill>
                  <a:solidFill>
                    <a:srgbClr val="FFFF9A"/>
                  </a:solidFill>
                </a:uFill>
                <a:latin typeface="Trebuchet MS"/>
                <a:cs typeface="Trebuchet MS"/>
              </a:rPr>
              <a:t>(Consola</a:t>
            </a:r>
            <a:r>
              <a:rPr lang="es-ES" u="heavy" spc="350" dirty="0">
                <a:uFill>
                  <a:solidFill>
                    <a:srgbClr val="FFFF9A"/>
                  </a:solidFill>
                </a:uFill>
                <a:latin typeface="Trebuchet MS"/>
                <a:cs typeface="Trebuchet MS"/>
              </a:rPr>
              <a:t> </a:t>
            </a:r>
            <a:r>
              <a:rPr lang="es-ES" u="heavy" spc="65" dirty="0">
                <a:uFill>
                  <a:solidFill>
                    <a:srgbClr val="FFFF9A"/>
                  </a:solidFill>
                </a:uFill>
                <a:latin typeface="Trebuchet MS"/>
                <a:cs typeface="Trebuchet MS"/>
              </a:rPr>
              <a:t>Unix)</a:t>
            </a:r>
            <a:endParaRPr lang="es-ES" dirty="0">
              <a:latin typeface="Trebuchet MS"/>
              <a:cs typeface="Trebuchet MS"/>
            </a:endParaRPr>
          </a:p>
          <a:p>
            <a:pPr marL="205740" indent="-193675">
              <a:lnSpc>
                <a:spcPct val="100000"/>
              </a:lnSpc>
              <a:spcBef>
                <a:spcPts val="650"/>
              </a:spcBef>
              <a:buClr>
                <a:srgbClr val="FF3300"/>
              </a:buClr>
              <a:buFont typeface="Wingdings"/>
              <a:buChar char=""/>
              <a:tabLst>
                <a:tab pos="206375" algn="l"/>
              </a:tabLst>
            </a:pPr>
            <a:r>
              <a:rPr lang="es-ES" spc="125" dirty="0">
                <a:latin typeface="Trebuchet MS"/>
                <a:cs typeface="Trebuchet MS"/>
              </a:rPr>
              <a:t>Tomaba </a:t>
            </a:r>
            <a:r>
              <a:rPr lang="es-ES" spc="-50" dirty="0">
                <a:latin typeface="Trebuchet MS"/>
                <a:cs typeface="Trebuchet MS"/>
              </a:rPr>
              <a:t>el </a:t>
            </a:r>
            <a:r>
              <a:rPr lang="es-ES" spc="140" dirty="0">
                <a:latin typeface="Trebuchet MS"/>
                <a:cs typeface="Trebuchet MS"/>
              </a:rPr>
              <a:t>usuario </a:t>
            </a:r>
            <a:r>
              <a:rPr lang="es-ES" spc="25" dirty="0">
                <a:latin typeface="Trebuchet MS"/>
                <a:cs typeface="Trebuchet MS"/>
              </a:rPr>
              <a:t>de </a:t>
            </a:r>
            <a:r>
              <a:rPr lang="es-ES" spc="130" dirty="0">
                <a:latin typeface="Trebuchet MS"/>
                <a:cs typeface="Trebuchet MS"/>
              </a:rPr>
              <a:t>una </a:t>
            </a:r>
            <a:r>
              <a:rPr lang="es-ES" spc="90" dirty="0">
                <a:latin typeface="Trebuchet MS"/>
                <a:cs typeface="Trebuchet MS"/>
              </a:rPr>
              <a:t>variable </a:t>
            </a:r>
            <a:r>
              <a:rPr lang="es-ES" spc="25" dirty="0">
                <a:latin typeface="Trebuchet MS"/>
                <a:cs typeface="Trebuchet MS"/>
              </a:rPr>
              <a:t>de</a:t>
            </a:r>
            <a:r>
              <a:rPr lang="es-ES" spc="125" dirty="0">
                <a:latin typeface="Trebuchet MS"/>
                <a:cs typeface="Trebuchet MS"/>
              </a:rPr>
              <a:t> </a:t>
            </a:r>
            <a:r>
              <a:rPr lang="es-ES" spc="85" dirty="0">
                <a:latin typeface="Trebuchet MS"/>
                <a:cs typeface="Trebuchet MS"/>
              </a:rPr>
              <a:t>entorno</a:t>
            </a:r>
            <a:endParaRPr lang="es-ES" dirty="0">
              <a:latin typeface="Trebuchet MS"/>
              <a:cs typeface="Trebuchet MS"/>
            </a:endParaRPr>
          </a:p>
          <a:p>
            <a:pPr marL="205740" indent="-193675">
              <a:lnSpc>
                <a:spcPct val="100000"/>
              </a:lnSpc>
              <a:spcBef>
                <a:spcPts val="655"/>
              </a:spcBef>
              <a:buClr>
                <a:srgbClr val="FF3300"/>
              </a:buClr>
              <a:buFont typeface="Wingdings"/>
              <a:buChar char=""/>
              <a:tabLst>
                <a:tab pos="206375" algn="l"/>
              </a:tabLst>
            </a:pPr>
            <a:r>
              <a:rPr lang="es-ES" spc="85" dirty="0">
                <a:latin typeface="Trebuchet MS"/>
                <a:cs typeface="Trebuchet MS"/>
              </a:rPr>
              <a:t>Permitía </a:t>
            </a:r>
            <a:r>
              <a:rPr lang="es-ES" spc="50" dirty="0">
                <a:latin typeface="Trebuchet MS"/>
                <a:cs typeface="Trebuchet MS"/>
              </a:rPr>
              <a:t>que </a:t>
            </a:r>
            <a:r>
              <a:rPr lang="es-ES" spc="-50" dirty="0">
                <a:latin typeface="Trebuchet MS"/>
                <a:cs typeface="Trebuchet MS"/>
              </a:rPr>
              <a:t>el </a:t>
            </a:r>
            <a:r>
              <a:rPr lang="es-ES" spc="140" dirty="0">
                <a:latin typeface="Trebuchet MS"/>
                <a:cs typeface="Trebuchet MS"/>
              </a:rPr>
              <a:t>usuario </a:t>
            </a:r>
            <a:r>
              <a:rPr lang="es-ES" spc="60" dirty="0">
                <a:latin typeface="Trebuchet MS"/>
                <a:cs typeface="Trebuchet MS"/>
              </a:rPr>
              <a:t>“escapara” </a:t>
            </a:r>
            <a:r>
              <a:rPr lang="es-ES" spc="195" dirty="0">
                <a:latin typeface="Trebuchet MS"/>
                <a:cs typeface="Trebuchet MS"/>
              </a:rPr>
              <a:t>a </a:t>
            </a:r>
            <a:r>
              <a:rPr lang="es-ES" spc="95" dirty="0">
                <a:latin typeface="Trebuchet MS"/>
                <a:cs typeface="Trebuchet MS"/>
              </a:rPr>
              <a:t>un</a:t>
            </a:r>
            <a:r>
              <a:rPr lang="es-ES" spc="100" dirty="0">
                <a:latin typeface="Trebuchet MS"/>
                <a:cs typeface="Trebuchet MS"/>
              </a:rPr>
              <a:t> </a:t>
            </a:r>
            <a:r>
              <a:rPr lang="es-ES" spc="55" dirty="0" err="1">
                <a:latin typeface="Trebuchet MS"/>
                <a:cs typeface="Trebuchet MS"/>
              </a:rPr>
              <a:t>shell</a:t>
            </a:r>
            <a:endParaRPr lang="es-ES" dirty="0">
              <a:latin typeface="Trebuchet MS"/>
              <a:cs typeface="Trebuchet MS"/>
            </a:endParaRPr>
          </a:p>
          <a:p>
            <a:pPr marL="205740" indent="-193675">
              <a:lnSpc>
                <a:spcPct val="100000"/>
              </a:lnSpc>
              <a:spcBef>
                <a:spcPts val="650"/>
              </a:spcBef>
              <a:buClr>
                <a:srgbClr val="FF3300"/>
              </a:buClr>
              <a:buFont typeface="Wingdings"/>
              <a:buChar char=""/>
              <a:tabLst>
                <a:tab pos="206375" algn="l"/>
              </a:tabLst>
            </a:pPr>
            <a:r>
              <a:rPr lang="es-ES" u="heavy" spc="45" dirty="0">
                <a:uFill>
                  <a:solidFill>
                    <a:srgbClr val="FFFFFF"/>
                  </a:solidFill>
                </a:uFill>
                <a:latin typeface="Trebuchet MS"/>
                <a:cs typeface="Trebuchet MS"/>
              </a:rPr>
              <a:t>Vulnerabilidad:</a:t>
            </a:r>
            <a:r>
              <a:rPr lang="es-ES" spc="45" dirty="0">
                <a:latin typeface="Trebuchet MS"/>
                <a:cs typeface="Trebuchet MS"/>
              </a:rPr>
              <a:t> </a:t>
            </a:r>
            <a:r>
              <a:rPr lang="es-ES" spc="225" dirty="0">
                <a:latin typeface="Trebuchet MS"/>
                <a:cs typeface="Trebuchet MS"/>
              </a:rPr>
              <a:t>Se </a:t>
            </a:r>
            <a:r>
              <a:rPr lang="es-ES" spc="40" dirty="0">
                <a:latin typeface="Trebuchet MS"/>
                <a:cs typeface="Trebuchet MS"/>
              </a:rPr>
              <a:t>puede </a:t>
            </a:r>
            <a:r>
              <a:rPr lang="es-ES" spc="70" dirty="0">
                <a:latin typeface="Trebuchet MS"/>
                <a:cs typeface="Trebuchet MS"/>
              </a:rPr>
              <a:t>establecer </a:t>
            </a:r>
            <a:r>
              <a:rPr lang="es-ES" spc="95" dirty="0">
                <a:latin typeface="Trebuchet MS"/>
                <a:cs typeface="Trebuchet MS"/>
              </a:rPr>
              <a:t>un </a:t>
            </a:r>
            <a:r>
              <a:rPr lang="es-ES" spc="140" dirty="0">
                <a:latin typeface="Trebuchet MS"/>
                <a:cs typeface="Trebuchet MS"/>
              </a:rPr>
              <a:t>usuario</a:t>
            </a:r>
            <a:r>
              <a:rPr lang="es-ES" spc="465" dirty="0">
                <a:latin typeface="Trebuchet MS"/>
                <a:cs typeface="Trebuchet MS"/>
              </a:rPr>
              <a:t> </a:t>
            </a:r>
            <a:r>
              <a:rPr lang="es-ES" spc="100" dirty="0">
                <a:latin typeface="Trebuchet MS"/>
                <a:cs typeface="Trebuchet MS"/>
              </a:rPr>
              <a:t>arbitrario</a:t>
            </a:r>
            <a:endParaRPr lang="es-ES" dirty="0">
              <a:latin typeface="Trebuchet MS"/>
              <a:cs typeface="Trebuchet MS"/>
            </a:endParaRPr>
          </a:p>
          <a:p>
            <a:endParaRPr lang="es-ES" dirty="0"/>
          </a:p>
        </p:txBody>
      </p:sp>
    </p:spTree>
    <p:extLst>
      <p:ext uri="{BB962C8B-B14F-4D97-AF65-F5344CB8AC3E}">
        <p14:creationId xmlns:p14="http://schemas.microsoft.com/office/powerpoint/2010/main" val="648875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 en el Diseño</a:t>
            </a:r>
          </a:p>
        </p:txBody>
      </p:sp>
      <p:sp>
        <p:nvSpPr>
          <p:cNvPr id="3" name="Marcador de contenido 2"/>
          <p:cNvSpPr>
            <a:spLocks noGrp="1"/>
          </p:cNvSpPr>
          <p:nvPr>
            <p:ph idx="1"/>
          </p:nvPr>
        </p:nvSpPr>
        <p:spPr/>
        <p:txBody>
          <a:bodyPr>
            <a:normAutofit fontScale="92500" lnSpcReduction="20000"/>
          </a:bodyPr>
          <a:lstStyle/>
          <a:p>
            <a:r>
              <a:rPr lang="es-ES" spc="190" dirty="0">
                <a:solidFill>
                  <a:schemeClr val="accent6">
                    <a:lumMod val="50000"/>
                  </a:schemeClr>
                </a:solidFill>
                <a:latin typeface="Trebuchet MS"/>
                <a:cs typeface="Trebuchet MS"/>
              </a:rPr>
              <a:t>Buenas </a:t>
            </a:r>
            <a:r>
              <a:rPr lang="es-ES" spc="130" dirty="0">
                <a:solidFill>
                  <a:schemeClr val="accent6">
                    <a:lumMod val="50000"/>
                  </a:schemeClr>
                </a:solidFill>
                <a:latin typeface="Trebuchet MS"/>
                <a:cs typeface="Trebuchet MS"/>
              </a:rPr>
              <a:t>prácticas </a:t>
            </a:r>
            <a:r>
              <a:rPr lang="es-ES" spc="175" dirty="0">
                <a:solidFill>
                  <a:schemeClr val="accent6">
                    <a:lumMod val="50000"/>
                  </a:schemeClr>
                </a:solidFill>
                <a:latin typeface="Trebuchet MS"/>
                <a:cs typeface="Trebuchet MS"/>
              </a:rPr>
              <a:t>para </a:t>
            </a:r>
            <a:r>
              <a:rPr lang="es-ES" spc="-55" dirty="0">
                <a:solidFill>
                  <a:schemeClr val="accent6">
                    <a:lumMod val="50000"/>
                  </a:schemeClr>
                </a:solidFill>
                <a:latin typeface="Trebuchet MS"/>
                <a:cs typeface="Trebuchet MS"/>
              </a:rPr>
              <a:t>el </a:t>
            </a:r>
            <a:r>
              <a:rPr lang="es-ES" spc="105" dirty="0">
                <a:solidFill>
                  <a:schemeClr val="accent6">
                    <a:lumMod val="50000"/>
                  </a:schemeClr>
                </a:solidFill>
                <a:latin typeface="Trebuchet MS"/>
                <a:cs typeface="Trebuchet MS"/>
              </a:rPr>
              <a:t>diseño </a:t>
            </a:r>
            <a:r>
              <a:rPr lang="es-ES" spc="30" dirty="0">
                <a:solidFill>
                  <a:schemeClr val="accent6">
                    <a:lumMod val="50000"/>
                  </a:schemeClr>
                </a:solidFill>
                <a:latin typeface="Trebuchet MS"/>
                <a:cs typeface="Trebuchet MS"/>
              </a:rPr>
              <a:t>de </a:t>
            </a:r>
            <a:r>
              <a:rPr lang="es-ES" spc="140" dirty="0">
                <a:solidFill>
                  <a:schemeClr val="accent6">
                    <a:lumMod val="50000"/>
                  </a:schemeClr>
                </a:solidFill>
                <a:latin typeface="Trebuchet MS"/>
                <a:cs typeface="Trebuchet MS"/>
              </a:rPr>
              <a:t>una </a:t>
            </a:r>
            <a:r>
              <a:rPr lang="es-ES" spc="75" dirty="0">
                <a:solidFill>
                  <a:schemeClr val="accent6">
                    <a:lumMod val="50000"/>
                  </a:schemeClr>
                </a:solidFill>
                <a:latin typeface="Trebuchet MS"/>
                <a:cs typeface="Trebuchet MS"/>
              </a:rPr>
              <a:t>aplicación</a:t>
            </a:r>
            <a:r>
              <a:rPr lang="es-ES" spc="125" dirty="0">
                <a:solidFill>
                  <a:schemeClr val="accent6">
                    <a:lumMod val="50000"/>
                  </a:schemeClr>
                </a:solidFill>
                <a:latin typeface="Trebuchet MS"/>
                <a:cs typeface="Trebuchet MS"/>
              </a:rPr>
              <a:t> </a:t>
            </a:r>
            <a:r>
              <a:rPr lang="es-ES" spc="170" dirty="0">
                <a:solidFill>
                  <a:schemeClr val="accent6">
                    <a:lumMod val="50000"/>
                  </a:schemeClr>
                </a:solidFill>
                <a:latin typeface="Trebuchet MS"/>
                <a:cs typeface="Trebuchet MS"/>
              </a:rPr>
              <a:t>segura</a:t>
            </a:r>
            <a:endParaRPr lang="es-ES" dirty="0">
              <a:solidFill>
                <a:schemeClr val="accent6">
                  <a:lumMod val="50000"/>
                </a:schemeClr>
              </a:solidFill>
              <a:latin typeface="Trebuchet MS"/>
              <a:cs typeface="Trebuchet MS"/>
            </a:endParaRPr>
          </a:p>
          <a:p>
            <a:pPr marL="463550" indent="-451484">
              <a:lnSpc>
                <a:spcPct val="100000"/>
              </a:lnSpc>
              <a:buClr>
                <a:schemeClr val="accent6">
                  <a:lumMod val="50000"/>
                </a:schemeClr>
              </a:buClr>
              <a:buFont typeface="Wingdings" panose="05000000000000000000" pitchFamily="2" charset="2"/>
              <a:buChar char="§"/>
              <a:tabLst>
                <a:tab pos="463550" algn="l"/>
                <a:tab pos="464184" algn="l"/>
              </a:tabLst>
            </a:pPr>
            <a:r>
              <a:rPr lang="es-ES" sz="1800" spc="85" dirty="0">
                <a:latin typeface="Trebuchet MS"/>
                <a:cs typeface="Trebuchet MS"/>
              </a:rPr>
              <a:t>Reducción </a:t>
            </a:r>
            <a:r>
              <a:rPr lang="es-ES" sz="1800" spc="25" dirty="0">
                <a:latin typeface="Trebuchet MS"/>
                <a:cs typeface="Trebuchet MS"/>
              </a:rPr>
              <a:t>de </a:t>
            </a:r>
            <a:r>
              <a:rPr lang="es-ES" sz="1800" spc="75" dirty="0">
                <a:latin typeface="Trebuchet MS"/>
                <a:cs typeface="Trebuchet MS"/>
              </a:rPr>
              <a:t>Superficie </a:t>
            </a:r>
            <a:r>
              <a:rPr lang="es-ES" sz="1800" spc="25" dirty="0">
                <a:latin typeface="Trebuchet MS"/>
                <a:cs typeface="Trebuchet MS"/>
              </a:rPr>
              <a:t>de</a:t>
            </a:r>
            <a:r>
              <a:rPr lang="es-ES" sz="1800" spc="430" dirty="0">
                <a:latin typeface="Trebuchet MS"/>
                <a:cs typeface="Trebuchet MS"/>
              </a:rPr>
              <a:t> </a:t>
            </a:r>
            <a:r>
              <a:rPr lang="es-ES" sz="1800" spc="95" dirty="0">
                <a:latin typeface="Trebuchet MS"/>
                <a:cs typeface="Trebuchet MS"/>
              </a:rPr>
              <a:t>ataque</a:t>
            </a:r>
            <a:endParaRPr lang="es-ES" sz="1800" dirty="0">
              <a:latin typeface="Trebuchet MS"/>
              <a:cs typeface="Trebuchet MS"/>
            </a:endParaRPr>
          </a:p>
          <a:p>
            <a:pPr marL="463550" indent="-451484">
              <a:lnSpc>
                <a:spcPct val="100000"/>
              </a:lnSpc>
              <a:spcBef>
                <a:spcPts val="1095"/>
              </a:spcBef>
              <a:buClr>
                <a:schemeClr val="accent6">
                  <a:lumMod val="50000"/>
                </a:schemeClr>
              </a:buClr>
              <a:buFont typeface="Wingdings" panose="05000000000000000000" pitchFamily="2" charset="2"/>
              <a:buChar char="§"/>
              <a:tabLst>
                <a:tab pos="463550" algn="l"/>
                <a:tab pos="464184" algn="l"/>
              </a:tabLst>
            </a:pPr>
            <a:r>
              <a:rPr lang="es-ES" sz="1800" spc="55" dirty="0">
                <a:latin typeface="Trebuchet MS"/>
                <a:cs typeface="Trebuchet MS"/>
              </a:rPr>
              <a:t>Criterio </a:t>
            </a:r>
            <a:r>
              <a:rPr lang="es-ES" sz="1800" dirty="0">
                <a:latin typeface="Trebuchet MS"/>
                <a:cs typeface="Trebuchet MS"/>
              </a:rPr>
              <a:t>del </a:t>
            </a:r>
            <a:r>
              <a:rPr lang="es-ES" sz="1800" spc="80" dirty="0">
                <a:latin typeface="Trebuchet MS"/>
                <a:cs typeface="Trebuchet MS"/>
              </a:rPr>
              <a:t>menor</a:t>
            </a:r>
            <a:r>
              <a:rPr lang="es-ES" sz="1800" spc="405" dirty="0">
                <a:latin typeface="Trebuchet MS"/>
                <a:cs typeface="Trebuchet MS"/>
              </a:rPr>
              <a:t> </a:t>
            </a:r>
            <a:r>
              <a:rPr lang="es-ES" sz="1800" spc="55" dirty="0">
                <a:latin typeface="Trebuchet MS"/>
                <a:cs typeface="Trebuchet MS"/>
              </a:rPr>
              <a:t>privilegio</a:t>
            </a:r>
            <a:endParaRPr lang="es-ES" sz="1800" dirty="0">
              <a:latin typeface="Trebuchet MS"/>
              <a:cs typeface="Trebuchet MS"/>
            </a:endParaRPr>
          </a:p>
          <a:p>
            <a:pPr marL="463550" indent="-451484">
              <a:lnSpc>
                <a:spcPct val="100000"/>
              </a:lnSpc>
              <a:spcBef>
                <a:spcPts val="1085"/>
              </a:spcBef>
              <a:buClr>
                <a:schemeClr val="accent6">
                  <a:lumMod val="50000"/>
                </a:schemeClr>
              </a:buClr>
              <a:buFont typeface="Wingdings" panose="05000000000000000000" pitchFamily="2" charset="2"/>
              <a:buChar char="§"/>
              <a:tabLst>
                <a:tab pos="463550" algn="l"/>
                <a:tab pos="464184" algn="l"/>
              </a:tabLst>
            </a:pPr>
            <a:r>
              <a:rPr lang="es-ES" sz="1800" spc="110" dirty="0">
                <a:latin typeface="Trebuchet MS"/>
                <a:cs typeface="Trebuchet MS"/>
              </a:rPr>
              <a:t>Fallar </a:t>
            </a:r>
            <a:r>
              <a:rPr lang="es-ES" sz="1800" spc="25" dirty="0">
                <a:latin typeface="Trebuchet MS"/>
                <a:cs typeface="Trebuchet MS"/>
              </a:rPr>
              <a:t>de </a:t>
            </a:r>
            <a:r>
              <a:rPr lang="es-ES" sz="1800" spc="110" dirty="0">
                <a:latin typeface="Trebuchet MS"/>
                <a:cs typeface="Trebuchet MS"/>
              </a:rPr>
              <a:t>manera</a:t>
            </a:r>
            <a:r>
              <a:rPr lang="es-ES" sz="1800" spc="325" dirty="0">
                <a:latin typeface="Trebuchet MS"/>
                <a:cs typeface="Trebuchet MS"/>
              </a:rPr>
              <a:t> </a:t>
            </a:r>
            <a:r>
              <a:rPr lang="es-ES" sz="1800" spc="155" dirty="0">
                <a:latin typeface="Trebuchet MS"/>
                <a:cs typeface="Trebuchet MS"/>
              </a:rPr>
              <a:t>segura</a:t>
            </a:r>
            <a:endParaRPr lang="es-ES" sz="1800" dirty="0">
              <a:latin typeface="Trebuchet MS"/>
              <a:cs typeface="Trebuchet MS"/>
            </a:endParaRPr>
          </a:p>
          <a:p>
            <a:pPr marL="463550" indent="-451484">
              <a:lnSpc>
                <a:spcPct val="100000"/>
              </a:lnSpc>
              <a:spcBef>
                <a:spcPts val="1090"/>
              </a:spcBef>
              <a:buClr>
                <a:schemeClr val="accent6">
                  <a:lumMod val="50000"/>
                </a:schemeClr>
              </a:buClr>
              <a:buFont typeface="Wingdings" panose="05000000000000000000" pitchFamily="2" charset="2"/>
              <a:buChar char="§"/>
              <a:tabLst>
                <a:tab pos="463550" algn="l"/>
                <a:tab pos="464184" algn="l"/>
              </a:tabLst>
            </a:pPr>
            <a:r>
              <a:rPr lang="es-ES" sz="1800" spc="55" dirty="0">
                <a:latin typeface="Trebuchet MS"/>
                <a:cs typeface="Trebuchet MS"/>
              </a:rPr>
              <a:t>Criterio </a:t>
            </a:r>
            <a:r>
              <a:rPr lang="es-ES" sz="1800" spc="25" dirty="0">
                <a:latin typeface="Trebuchet MS"/>
                <a:cs typeface="Trebuchet MS"/>
              </a:rPr>
              <a:t>de </a:t>
            </a:r>
            <a:r>
              <a:rPr lang="es-ES" sz="1800" spc="100" dirty="0">
                <a:latin typeface="Trebuchet MS"/>
                <a:cs typeface="Trebuchet MS"/>
              </a:rPr>
              <a:t>defensa </a:t>
            </a:r>
            <a:r>
              <a:rPr lang="es-ES" sz="1800" spc="30" dirty="0">
                <a:latin typeface="Trebuchet MS"/>
                <a:cs typeface="Trebuchet MS"/>
              </a:rPr>
              <a:t>en</a:t>
            </a:r>
            <a:r>
              <a:rPr lang="es-ES" sz="1800" spc="420" dirty="0">
                <a:latin typeface="Trebuchet MS"/>
                <a:cs typeface="Trebuchet MS"/>
              </a:rPr>
              <a:t> </a:t>
            </a:r>
            <a:r>
              <a:rPr lang="es-ES" sz="1800" spc="95" dirty="0">
                <a:latin typeface="Trebuchet MS"/>
                <a:cs typeface="Trebuchet MS"/>
              </a:rPr>
              <a:t>profundidad</a:t>
            </a:r>
            <a:endParaRPr lang="es-ES" sz="1800" dirty="0">
              <a:latin typeface="Trebuchet MS"/>
              <a:cs typeface="Trebuchet MS"/>
            </a:endParaRPr>
          </a:p>
          <a:p>
            <a:pPr marL="463550" indent="-451484">
              <a:lnSpc>
                <a:spcPct val="100000"/>
              </a:lnSpc>
              <a:spcBef>
                <a:spcPts val="1095"/>
              </a:spcBef>
              <a:buClr>
                <a:schemeClr val="accent6">
                  <a:lumMod val="50000"/>
                </a:schemeClr>
              </a:buClr>
              <a:buFont typeface="Wingdings" panose="05000000000000000000" pitchFamily="2" charset="2"/>
              <a:buChar char="§"/>
              <a:tabLst>
                <a:tab pos="463550" algn="l"/>
                <a:tab pos="464184" algn="l"/>
              </a:tabLst>
            </a:pPr>
            <a:r>
              <a:rPr lang="es-ES" sz="1800" spc="130" dirty="0">
                <a:latin typeface="Trebuchet MS"/>
                <a:cs typeface="Trebuchet MS"/>
              </a:rPr>
              <a:t>Diseño </a:t>
            </a:r>
            <a:r>
              <a:rPr lang="es-ES" sz="1800" spc="145" dirty="0">
                <a:latin typeface="Trebuchet MS"/>
                <a:cs typeface="Trebuchet MS"/>
              </a:rPr>
              <a:t>seguro </a:t>
            </a:r>
            <a:r>
              <a:rPr lang="es-ES" sz="1800" spc="25" dirty="0">
                <a:latin typeface="Trebuchet MS"/>
                <a:cs typeface="Trebuchet MS"/>
              </a:rPr>
              <a:t>de </a:t>
            </a:r>
            <a:r>
              <a:rPr lang="es-ES" sz="1800" spc="100" dirty="0">
                <a:latin typeface="Trebuchet MS"/>
                <a:cs typeface="Trebuchet MS"/>
              </a:rPr>
              <a:t>mensajes </a:t>
            </a:r>
            <a:r>
              <a:rPr lang="es-ES" sz="1800" spc="25" dirty="0">
                <a:latin typeface="Trebuchet MS"/>
                <a:cs typeface="Trebuchet MS"/>
              </a:rPr>
              <a:t>de</a:t>
            </a:r>
            <a:r>
              <a:rPr lang="es-ES" sz="1800" spc="365" dirty="0">
                <a:latin typeface="Trebuchet MS"/>
                <a:cs typeface="Trebuchet MS"/>
              </a:rPr>
              <a:t> </a:t>
            </a:r>
            <a:r>
              <a:rPr lang="es-ES" sz="1800" spc="105" dirty="0">
                <a:latin typeface="Trebuchet MS"/>
                <a:cs typeface="Trebuchet MS"/>
              </a:rPr>
              <a:t>error</a:t>
            </a:r>
            <a:endParaRPr lang="es-ES" sz="1800" dirty="0">
              <a:latin typeface="Trebuchet MS"/>
              <a:cs typeface="Trebuchet MS"/>
            </a:endParaRPr>
          </a:p>
          <a:p>
            <a:pPr marL="463550" indent="-451484">
              <a:lnSpc>
                <a:spcPct val="100000"/>
              </a:lnSpc>
              <a:spcBef>
                <a:spcPts val="1085"/>
              </a:spcBef>
              <a:buClr>
                <a:schemeClr val="accent6">
                  <a:lumMod val="50000"/>
                </a:schemeClr>
              </a:buClr>
              <a:buFont typeface="Wingdings" panose="05000000000000000000" pitchFamily="2" charset="2"/>
              <a:buChar char="§"/>
              <a:tabLst>
                <a:tab pos="463550" algn="l"/>
                <a:tab pos="464184" algn="l"/>
              </a:tabLst>
            </a:pPr>
            <a:r>
              <a:rPr lang="es-ES" sz="1800" spc="130" dirty="0">
                <a:latin typeface="Trebuchet MS"/>
                <a:cs typeface="Trebuchet MS"/>
              </a:rPr>
              <a:t>Diseño </a:t>
            </a:r>
            <a:r>
              <a:rPr lang="es-ES" sz="1800" spc="145" dirty="0">
                <a:latin typeface="Trebuchet MS"/>
                <a:cs typeface="Trebuchet MS"/>
              </a:rPr>
              <a:t>seguro </a:t>
            </a:r>
            <a:r>
              <a:rPr lang="es-ES" sz="1800" spc="30" dirty="0">
                <a:latin typeface="Trebuchet MS"/>
                <a:cs typeface="Trebuchet MS"/>
              </a:rPr>
              <a:t>de</a:t>
            </a:r>
            <a:r>
              <a:rPr lang="es-ES" sz="1800" spc="185" dirty="0">
                <a:latin typeface="Trebuchet MS"/>
                <a:cs typeface="Trebuchet MS"/>
              </a:rPr>
              <a:t> </a:t>
            </a:r>
            <a:r>
              <a:rPr lang="es-ES" sz="1800" spc="65" dirty="0">
                <a:latin typeface="Trebuchet MS"/>
                <a:cs typeface="Trebuchet MS"/>
              </a:rPr>
              <a:t>autenticación</a:t>
            </a:r>
            <a:endParaRPr lang="es-ES" sz="1800" dirty="0">
              <a:latin typeface="Trebuchet MS"/>
              <a:cs typeface="Trebuchet MS"/>
            </a:endParaRPr>
          </a:p>
          <a:p>
            <a:pPr marL="463550" indent="-451484">
              <a:lnSpc>
                <a:spcPct val="100000"/>
              </a:lnSpc>
              <a:spcBef>
                <a:spcPts val="1095"/>
              </a:spcBef>
              <a:buClr>
                <a:schemeClr val="accent6">
                  <a:lumMod val="50000"/>
                </a:schemeClr>
              </a:buClr>
              <a:buFont typeface="Wingdings" panose="05000000000000000000" pitchFamily="2" charset="2"/>
              <a:buChar char="§"/>
              <a:tabLst>
                <a:tab pos="463550" algn="l"/>
                <a:tab pos="464184" algn="l"/>
              </a:tabLst>
            </a:pPr>
            <a:r>
              <a:rPr lang="es-ES" sz="1800" spc="130" dirty="0">
                <a:latin typeface="Trebuchet MS"/>
                <a:cs typeface="Trebuchet MS"/>
              </a:rPr>
              <a:t>Separación </a:t>
            </a:r>
            <a:r>
              <a:rPr lang="es-ES" sz="1800" spc="25" dirty="0">
                <a:latin typeface="Trebuchet MS"/>
                <a:cs typeface="Trebuchet MS"/>
              </a:rPr>
              <a:t>de</a:t>
            </a:r>
            <a:r>
              <a:rPr lang="es-ES" sz="1800" spc="175" dirty="0">
                <a:latin typeface="Trebuchet MS"/>
                <a:cs typeface="Trebuchet MS"/>
              </a:rPr>
              <a:t> </a:t>
            </a:r>
            <a:r>
              <a:rPr lang="es-ES" sz="1800" spc="80" dirty="0">
                <a:latin typeface="Trebuchet MS"/>
                <a:cs typeface="Trebuchet MS"/>
              </a:rPr>
              <a:t>privilegios</a:t>
            </a:r>
            <a:endParaRPr lang="es-ES" sz="1800" dirty="0">
              <a:latin typeface="Trebuchet MS"/>
              <a:cs typeface="Trebuchet MS"/>
            </a:endParaRPr>
          </a:p>
          <a:p>
            <a:pPr marL="463550" indent="-451484">
              <a:lnSpc>
                <a:spcPct val="100000"/>
              </a:lnSpc>
              <a:spcBef>
                <a:spcPts val="1090"/>
              </a:spcBef>
              <a:buClr>
                <a:schemeClr val="accent6">
                  <a:lumMod val="50000"/>
                </a:schemeClr>
              </a:buClr>
              <a:buFont typeface="Wingdings" panose="05000000000000000000" pitchFamily="2" charset="2"/>
              <a:buChar char="§"/>
              <a:tabLst>
                <a:tab pos="463550" algn="l"/>
                <a:tab pos="464184" algn="l"/>
              </a:tabLst>
            </a:pPr>
            <a:r>
              <a:rPr lang="es-ES" sz="1800" spc="65" dirty="0">
                <a:latin typeface="Trebuchet MS"/>
                <a:cs typeface="Trebuchet MS"/>
              </a:rPr>
              <a:t>Interacción </a:t>
            </a:r>
            <a:r>
              <a:rPr lang="es-ES" sz="1800" dirty="0">
                <a:latin typeface="Trebuchet MS"/>
                <a:cs typeface="Trebuchet MS"/>
              </a:rPr>
              <a:t>“amigable” </a:t>
            </a:r>
            <a:r>
              <a:rPr lang="es-ES" sz="1800" spc="90" dirty="0">
                <a:latin typeface="Trebuchet MS"/>
                <a:cs typeface="Trebuchet MS"/>
              </a:rPr>
              <a:t>con </a:t>
            </a:r>
            <a:r>
              <a:rPr lang="es-ES" sz="1800" spc="110" dirty="0">
                <a:latin typeface="Trebuchet MS"/>
                <a:cs typeface="Trebuchet MS"/>
              </a:rPr>
              <a:t>Firewalls </a:t>
            </a:r>
            <a:r>
              <a:rPr lang="es-ES" sz="1800" spc="-35" dirty="0">
                <a:latin typeface="Trebuchet MS"/>
                <a:cs typeface="Trebuchet MS"/>
              </a:rPr>
              <a:t>e</a:t>
            </a:r>
            <a:r>
              <a:rPr lang="es-ES" sz="1800" spc="5" dirty="0">
                <a:latin typeface="Trebuchet MS"/>
                <a:cs typeface="Trebuchet MS"/>
              </a:rPr>
              <a:t> </a:t>
            </a:r>
            <a:r>
              <a:rPr lang="es-ES" sz="1800" spc="145" dirty="0" err="1">
                <a:latin typeface="Trebuchet MS"/>
                <a:cs typeface="Trebuchet MS"/>
              </a:rPr>
              <a:t>IDS's</a:t>
            </a:r>
            <a:r>
              <a:rPr lang="es-ES" sz="1800" spc="145" dirty="0">
                <a:latin typeface="Trebuchet MS"/>
                <a:cs typeface="Trebuchet MS"/>
              </a:rPr>
              <a:t>.</a:t>
            </a:r>
            <a:endParaRPr lang="es-ES" sz="1800" dirty="0">
              <a:latin typeface="Trebuchet MS"/>
              <a:cs typeface="Trebuchet MS"/>
            </a:endParaRPr>
          </a:p>
          <a:p>
            <a:pPr marL="463550" indent="-451484">
              <a:lnSpc>
                <a:spcPct val="100000"/>
              </a:lnSpc>
              <a:spcBef>
                <a:spcPts val="1085"/>
              </a:spcBef>
              <a:buClr>
                <a:schemeClr val="accent6">
                  <a:lumMod val="50000"/>
                </a:schemeClr>
              </a:buClr>
              <a:buFont typeface="Wingdings" panose="05000000000000000000" pitchFamily="2" charset="2"/>
              <a:buChar char="§"/>
              <a:tabLst>
                <a:tab pos="463550" algn="l"/>
                <a:tab pos="464184" algn="l"/>
              </a:tabLst>
            </a:pPr>
            <a:r>
              <a:rPr lang="es-ES" sz="1800" spc="95" dirty="0">
                <a:latin typeface="Trebuchet MS"/>
                <a:cs typeface="Trebuchet MS"/>
              </a:rPr>
              <a:t>Administración </a:t>
            </a:r>
            <a:r>
              <a:rPr lang="es-ES" sz="1800" spc="150" dirty="0">
                <a:latin typeface="Trebuchet MS"/>
                <a:cs typeface="Trebuchet MS"/>
              </a:rPr>
              <a:t>segura </a:t>
            </a:r>
            <a:r>
              <a:rPr lang="es-ES" sz="1800" spc="75" dirty="0">
                <a:latin typeface="Trebuchet MS"/>
                <a:cs typeface="Trebuchet MS"/>
              </a:rPr>
              <a:t>información</a:t>
            </a:r>
            <a:r>
              <a:rPr lang="es-ES" sz="1800" spc="200" dirty="0">
                <a:latin typeface="Trebuchet MS"/>
                <a:cs typeface="Trebuchet MS"/>
              </a:rPr>
              <a:t> </a:t>
            </a:r>
            <a:r>
              <a:rPr lang="es-ES" sz="1800" spc="105" dirty="0">
                <a:latin typeface="Trebuchet MS"/>
                <a:cs typeface="Trebuchet MS"/>
              </a:rPr>
              <a:t>Sensible</a:t>
            </a:r>
            <a:endParaRPr lang="es-ES" sz="1800" dirty="0">
              <a:latin typeface="Trebuchet MS"/>
              <a:cs typeface="Trebuchet MS"/>
            </a:endParaRPr>
          </a:p>
          <a:p>
            <a:pPr marL="463550" indent="-451484">
              <a:lnSpc>
                <a:spcPct val="100000"/>
              </a:lnSpc>
              <a:spcBef>
                <a:spcPts val="1095"/>
              </a:spcBef>
              <a:buClr>
                <a:schemeClr val="accent6">
                  <a:lumMod val="50000"/>
                </a:schemeClr>
              </a:buClr>
              <a:buFont typeface="Wingdings" panose="05000000000000000000" pitchFamily="2" charset="2"/>
              <a:buChar char="§"/>
              <a:tabLst>
                <a:tab pos="463550" algn="l"/>
                <a:tab pos="464184" algn="l"/>
              </a:tabLst>
            </a:pPr>
            <a:r>
              <a:rPr lang="es-ES" sz="1800" spc="130" dirty="0">
                <a:latin typeface="Trebuchet MS"/>
                <a:cs typeface="Trebuchet MS"/>
              </a:rPr>
              <a:t>Diseño </a:t>
            </a:r>
            <a:r>
              <a:rPr lang="es-ES" sz="1800" spc="25" dirty="0">
                <a:latin typeface="Trebuchet MS"/>
                <a:cs typeface="Trebuchet MS"/>
              </a:rPr>
              <a:t>de </a:t>
            </a:r>
            <a:r>
              <a:rPr lang="es-ES" sz="1800" spc="95" dirty="0">
                <a:latin typeface="Trebuchet MS"/>
                <a:cs typeface="Trebuchet MS"/>
              </a:rPr>
              <a:t>Auditoría </a:t>
            </a:r>
            <a:r>
              <a:rPr lang="es-ES" sz="1800" spc="195" dirty="0">
                <a:latin typeface="Trebuchet MS"/>
                <a:cs typeface="Trebuchet MS"/>
              </a:rPr>
              <a:t>y</a:t>
            </a:r>
            <a:r>
              <a:rPr lang="es-ES" sz="1800" spc="350" dirty="0">
                <a:latin typeface="Trebuchet MS"/>
                <a:cs typeface="Trebuchet MS"/>
              </a:rPr>
              <a:t> </a:t>
            </a:r>
            <a:r>
              <a:rPr lang="es-ES" sz="1800" spc="120" dirty="0" err="1">
                <a:latin typeface="Trebuchet MS"/>
                <a:cs typeface="Trebuchet MS"/>
              </a:rPr>
              <a:t>Logging</a:t>
            </a:r>
            <a:endParaRPr lang="es-ES" sz="1800" dirty="0">
              <a:latin typeface="Trebuchet MS"/>
              <a:cs typeface="Trebuchet MS"/>
            </a:endParaRPr>
          </a:p>
          <a:p>
            <a:pPr marL="463550" indent="-451484">
              <a:lnSpc>
                <a:spcPct val="100000"/>
              </a:lnSpc>
              <a:spcBef>
                <a:spcPts val="1090"/>
              </a:spcBef>
              <a:buClr>
                <a:schemeClr val="accent6">
                  <a:lumMod val="50000"/>
                </a:schemeClr>
              </a:buClr>
              <a:buFont typeface="Wingdings" panose="05000000000000000000" pitchFamily="2" charset="2"/>
              <a:buChar char="§"/>
              <a:tabLst>
                <a:tab pos="463550" algn="l"/>
                <a:tab pos="464184" algn="l"/>
              </a:tabLst>
            </a:pPr>
            <a:r>
              <a:rPr lang="es-ES" sz="1800" spc="130" dirty="0">
                <a:latin typeface="Trebuchet MS"/>
                <a:cs typeface="Trebuchet MS"/>
              </a:rPr>
              <a:t>Análisis </a:t>
            </a:r>
            <a:r>
              <a:rPr lang="es-ES" sz="1800" spc="25" dirty="0">
                <a:latin typeface="Trebuchet MS"/>
                <a:cs typeface="Trebuchet MS"/>
              </a:rPr>
              <a:t>de</a:t>
            </a:r>
            <a:r>
              <a:rPr lang="es-ES" sz="1800" spc="175" dirty="0">
                <a:latin typeface="Trebuchet MS"/>
                <a:cs typeface="Trebuchet MS"/>
              </a:rPr>
              <a:t> </a:t>
            </a:r>
            <a:r>
              <a:rPr lang="es-ES" sz="1800" spc="120" dirty="0">
                <a:latin typeface="Trebuchet MS"/>
                <a:cs typeface="Trebuchet MS"/>
              </a:rPr>
              <a:t>riesgo</a:t>
            </a:r>
            <a:endParaRPr lang="es-ES" sz="1800" dirty="0">
              <a:latin typeface="Trebuchet MS"/>
              <a:cs typeface="Trebuchet MS"/>
            </a:endParaRPr>
          </a:p>
          <a:p>
            <a:pPr lvl="1">
              <a:buClr>
                <a:schemeClr val="accent6">
                  <a:lumMod val="50000"/>
                </a:schemeClr>
              </a:buClr>
              <a:buFontTx/>
              <a:buChar char=" "/>
            </a:pPr>
            <a:endParaRPr lang="es-ES" dirty="0"/>
          </a:p>
        </p:txBody>
      </p:sp>
      <p:sp>
        <p:nvSpPr>
          <p:cNvPr id="4" name="object 6"/>
          <p:cNvSpPr/>
          <p:nvPr/>
        </p:nvSpPr>
        <p:spPr>
          <a:xfrm>
            <a:off x="6354965" y="2122170"/>
            <a:ext cx="2663951" cy="2231897"/>
          </a:xfrm>
          <a:prstGeom prst="rect">
            <a:avLst/>
          </a:prstGeom>
          <a:blipFill>
            <a:blip r:embed="rId2" cstate="print"/>
            <a:stretch>
              <a:fillRect/>
            </a:stretch>
          </a:blipFill>
        </p:spPr>
        <p:txBody>
          <a:bodyPr wrap="square" lIns="0" tIns="0" rIns="0" bIns="0" rtlCol="0"/>
          <a:lstStyle/>
          <a:p>
            <a:endParaRPr/>
          </a:p>
        </p:txBody>
      </p:sp>
      <p:grpSp>
        <p:nvGrpSpPr>
          <p:cNvPr id="5" name="object 7"/>
          <p:cNvGrpSpPr/>
          <p:nvPr/>
        </p:nvGrpSpPr>
        <p:grpSpPr>
          <a:xfrm>
            <a:off x="7834164" y="4317460"/>
            <a:ext cx="1900555" cy="1896110"/>
            <a:chOff x="7299591" y="4722621"/>
            <a:chExt cx="1900555" cy="1896110"/>
          </a:xfrm>
        </p:grpSpPr>
        <p:sp>
          <p:nvSpPr>
            <p:cNvPr id="6" name="object 8"/>
            <p:cNvSpPr/>
            <p:nvPr/>
          </p:nvSpPr>
          <p:spPr>
            <a:xfrm>
              <a:off x="7361567" y="4786121"/>
              <a:ext cx="1802129" cy="1799844"/>
            </a:xfrm>
            <a:prstGeom prst="rect">
              <a:avLst/>
            </a:prstGeom>
            <a:blipFill>
              <a:blip r:embed="rId3" cstate="print"/>
              <a:stretch>
                <a:fillRect/>
              </a:stretch>
            </a:blipFill>
          </p:spPr>
          <p:txBody>
            <a:bodyPr wrap="square" lIns="0" tIns="0" rIns="0" bIns="0" rtlCol="0"/>
            <a:lstStyle/>
            <a:p>
              <a:endParaRPr/>
            </a:p>
          </p:txBody>
        </p:sp>
        <p:sp>
          <p:nvSpPr>
            <p:cNvPr id="7" name="object 9"/>
            <p:cNvSpPr/>
            <p:nvPr/>
          </p:nvSpPr>
          <p:spPr>
            <a:xfrm>
              <a:off x="7363091" y="4786121"/>
              <a:ext cx="1773555" cy="1769110"/>
            </a:xfrm>
            <a:custGeom>
              <a:avLst/>
              <a:gdLst/>
              <a:ahLst/>
              <a:cxnLst/>
              <a:rect l="l" t="t" r="r" b="b"/>
              <a:pathLst>
                <a:path w="1773554" h="1769109">
                  <a:moveTo>
                    <a:pt x="886206" y="0"/>
                  </a:moveTo>
                  <a:lnTo>
                    <a:pt x="837604" y="1307"/>
                  </a:lnTo>
                  <a:lnTo>
                    <a:pt x="789684" y="5183"/>
                  </a:lnTo>
                  <a:lnTo>
                    <a:pt x="742515" y="11561"/>
                  </a:lnTo>
                  <a:lnTo>
                    <a:pt x="696164" y="20375"/>
                  </a:lnTo>
                  <a:lnTo>
                    <a:pt x="650698" y="31555"/>
                  </a:lnTo>
                  <a:lnTo>
                    <a:pt x="606186" y="45037"/>
                  </a:lnTo>
                  <a:lnTo>
                    <a:pt x="562694" y="60751"/>
                  </a:lnTo>
                  <a:lnTo>
                    <a:pt x="520292" y="78632"/>
                  </a:lnTo>
                  <a:lnTo>
                    <a:pt x="479046" y="98611"/>
                  </a:lnTo>
                  <a:lnTo>
                    <a:pt x="439024" y="120621"/>
                  </a:lnTo>
                  <a:lnTo>
                    <a:pt x="400295" y="144596"/>
                  </a:lnTo>
                  <a:lnTo>
                    <a:pt x="362925" y="170468"/>
                  </a:lnTo>
                  <a:lnTo>
                    <a:pt x="326982" y="198170"/>
                  </a:lnTo>
                  <a:lnTo>
                    <a:pt x="292535" y="227634"/>
                  </a:lnTo>
                  <a:lnTo>
                    <a:pt x="259651" y="258794"/>
                  </a:lnTo>
                  <a:lnTo>
                    <a:pt x="228397" y="291582"/>
                  </a:lnTo>
                  <a:lnTo>
                    <a:pt x="198842" y="325930"/>
                  </a:lnTo>
                  <a:lnTo>
                    <a:pt x="171053" y="361773"/>
                  </a:lnTo>
                  <a:lnTo>
                    <a:pt x="145098" y="399042"/>
                  </a:lnTo>
                  <a:lnTo>
                    <a:pt x="121045" y="437670"/>
                  </a:lnTo>
                  <a:lnTo>
                    <a:pt x="98960" y="477590"/>
                  </a:lnTo>
                  <a:lnTo>
                    <a:pt x="78913" y="518735"/>
                  </a:lnTo>
                  <a:lnTo>
                    <a:pt x="60971" y="561037"/>
                  </a:lnTo>
                  <a:lnTo>
                    <a:pt x="45201" y="604430"/>
                  </a:lnTo>
                  <a:lnTo>
                    <a:pt x="31672" y="648846"/>
                  </a:lnTo>
                  <a:lnTo>
                    <a:pt x="20450" y="694218"/>
                  </a:lnTo>
                  <a:lnTo>
                    <a:pt x="11605" y="740478"/>
                  </a:lnTo>
                  <a:lnTo>
                    <a:pt x="5203" y="787560"/>
                  </a:lnTo>
                  <a:lnTo>
                    <a:pt x="1312" y="835396"/>
                  </a:lnTo>
                  <a:lnTo>
                    <a:pt x="0" y="883919"/>
                  </a:lnTo>
                  <a:lnTo>
                    <a:pt x="1312" y="932445"/>
                  </a:lnTo>
                  <a:lnTo>
                    <a:pt x="5203" y="980288"/>
                  </a:lnTo>
                  <a:lnTo>
                    <a:pt x="11605" y="1027382"/>
                  </a:lnTo>
                  <a:lnTo>
                    <a:pt x="20450" y="1073658"/>
                  </a:lnTo>
                  <a:lnTo>
                    <a:pt x="31672" y="1119049"/>
                  </a:lnTo>
                  <a:lnTo>
                    <a:pt x="45201" y="1163488"/>
                  </a:lnTo>
                  <a:lnTo>
                    <a:pt x="60971" y="1206907"/>
                  </a:lnTo>
                  <a:lnTo>
                    <a:pt x="78913" y="1249238"/>
                  </a:lnTo>
                  <a:lnTo>
                    <a:pt x="98960" y="1290414"/>
                  </a:lnTo>
                  <a:lnTo>
                    <a:pt x="121045" y="1330367"/>
                  </a:lnTo>
                  <a:lnTo>
                    <a:pt x="145098" y="1369030"/>
                  </a:lnTo>
                  <a:lnTo>
                    <a:pt x="171053" y="1406335"/>
                  </a:lnTo>
                  <a:lnTo>
                    <a:pt x="198842" y="1442214"/>
                  </a:lnTo>
                  <a:lnTo>
                    <a:pt x="228397" y="1476600"/>
                  </a:lnTo>
                  <a:lnTo>
                    <a:pt x="259651" y="1509426"/>
                  </a:lnTo>
                  <a:lnTo>
                    <a:pt x="292535" y="1540624"/>
                  </a:lnTo>
                  <a:lnTo>
                    <a:pt x="326982" y="1570126"/>
                  </a:lnTo>
                  <a:lnTo>
                    <a:pt x="362925" y="1597865"/>
                  </a:lnTo>
                  <a:lnTo>
                    <a:pt x="400295" y="1623773"/>
                  </a:lnTo>
                  <a:lnTo>
                    <a:pt x="439024" y="1647782"/>
                  </a:lnTo>
                  <a:lnTo>
                    <a:pt x="479046" y="1669826"/>
                  </a:lnTo>
                  <a:lnTo>
                    <a:pt x="520292" y="1689836"/>
                  </a:lnTo>
                  <a:lnTo>
                    <a:pt x="562694" y="1707745"/>
                  </a:lnTo>
                  <a:lnTo>
                    <a:pt x="606186" y="1723485"/>
                  </a:lnTo>
                  <a:lnTo>
                    <a:pt x="650698" y="1736989"/>
                  </a:lnTo>
                  <a:lnTo>
                    <a:pt x="696164" y="1748189"/>
                  </a:lnTo>
                  <a:lnTo>
                    <a:pt x="742515" y="1757018"/>
                  </a:lnTo>
                  <a:lnTo>
                    <a:pt x="789684" y="1763408"/>
                  </a:lnTo>
                  <a:lnTo>
                    <a:pt x="837604" y="1767292"/>
                  </a:lnTo>
                  <a:lnTo>
                    <a:pt x="886206" y="1768602"/>
                  </a:lnTo>
                  <a:lnTo>
                    <a:pt x="934880" y="1767292"/>
                  </a:lnTo>
                  <a:lnTo>
                    <a:pt x="982867" y="1763408"/>
                  </a:lnTo>
                  <a:lnTo>
                    <a:pt x="1030099" y="1757018"/>
                  </a:lnTo>
                  <a:lnTo>
                    <a:pt x="1076509" y="1748189"/>
                  </a:lnTo>
                  <a:lnTo>
                    <a:pt x="1122030" y="1736989"/>
                  </a:lnTo>
                  <a:lnTo>
                    <a:pt x="1166592" y="1723485"/>
                  </a:lnTo>
                  <a:lnTo>
                    <a:pt x="1210130" y="1707745"/>
                  </a:lnTo>
                  <a:lnTo>
                    <a:pt x="1252575" y="1689836"/>
                  </a:lnTo>
                  <a:lnTo>
                    <a:pt x="1293860" y="1669826"/>
                  </a:lnTo>
                  <a:lnTo>
                    <a:pt x="1333917" y="1647782"/>
                  </a:lnTo>
                  <a:lnTo>
                    <a:pt x="1372679" y="1623773"/>
                  </a:lnTo>
                  <a:lnTo>
                    <a:pt x="1410078" y="1597865"/>
                  </a:lnTo>
                  <a:lnTo>
                    <a:pt x="1446047" y="1570126"/>
                  </a:lnTo>
                  <a:lnTo>
                    <a:pt x="1480517" y="1540624"/>
                  </a:lnTo>
                  <a:lnTo>
                    <a:pt x="1513422" y="1509426"/>
                  </a:lnTo>
                  <a:lnTo>
                    <a:pt x="1544694" y="1476600"/>
                  </a:lnTo>
                  <a:lnTo>
                    <a:pt x="1574265" y="1442214"/>
                  </a:lnTo>
                  <a:lnTo>
                    <a:pt x="1602067" y="1406335"/>
                  </a:lnTo>
                  <a:lnTo>
                    <a:pt x="1628034" y="1369030"/>
                  </a:lnTo>
                  <a:lnTo>
                    <a:pt x="1652097" y="1330367"/>
                  </a:lnTo>
                  <a:lnTo>
                    <a:pt x="1674190" y="1290414"/>
                  </a:lnTo>
                  <a:lnTo>
                    <a:pt x="1694243" y="1249238"/>
                  </a:lnTo>
                  <a:lnTo>
                    <a:pt x="1712191" y="1206907"/>
                  </a:lnTo>
                  <a:lnTo>
                    <a:pt x="1727964" y="1163488"/>
                  </a:lnTo>
                  <a:lnTo>
                    <a:pt x="1741497" y="1119049"/>
                  </a:lnTo>
                  <a:lnTo>
                    <a:pt x="1752720" y="1073658"/>
                  </a:lnTo>
                  <a:lnTo>
                    <a:pt x="1761567" y="1027382"/>
                  </a:lnTo>
                  <a:lnTo>
                    <a:pt x="1767970" y="980288"/>
                  </a:lnTo>
                  <a:lnTo>
                    <a:pt x="1771861" y="932445"/>
                  </a:lnTo>
                  <a:lnTo>
                    <a:pt x="1773174" y="883919"/>
                  </a:lnTo>
                  <a:lnTo>
                    <a:pt x="1771861" y="835396"/>
                  </a:lnTo>
                  <a:lnTo>
                    <a:pt x="1767970" y="787560"/>
                  </a:lnTo>
                  <a:lnTo>
                    <a:pt x="1761567" y="740478"/>
                  </a:lnTo>
                  <a:lnTo>
                    <a:pt x="1752720" y="694218"/>
                  </a:lnTo>
                  <a:lnTo>
                    <a:pt x="1741497" y="648846"/>
                  </a:lnTo>
                  <a:lnTo>
                    <a:pt x="1727964" y="604430"/>
                  </a:lnTo>
                  <a:lnTo>
                    <a:pt x="1712191" y="561037"/>
                  </a:lnTo>
                  <a:lnTo>
                    <a:pt x="1694243" y="518735"/>
                  </a:lnTo>
                  <a:lnTo>
                    <a:pt x="1674190" y="477590"/>
                  </a:lnTo>
                  <a:lnTo>
                    <a:pt x="1652097" y="437670"/>
                  </a:lnTo>
                  <a:lnTo>
                    <a:pt x="1628034" y="399042"/>
                  </a:lnTo>
                  <a:lnTo>
                    <a:pt x="1602067" y="361773"/>
                  </a:lnTo>
                  <a:lnTo>
                    <a:pt x="1574265" y="325930"/>
                  </a:lnTo>
                  <a:lnTo>
                    <a:pt x="1544694" y="291582"/>
                  </a:lnTo>
                  <a:lnTo>
                    <a:pt x="1513422" y="258794"/>
                  </a:lnTo>
                  <a:lnTo>
                    <a:pt x="1480517" y="227634"/>
                  </a:lnTo>
                  <a:lnTo>
                    <a:pt x="1446047" y="198170"/>
                  </a:lnTo>
                  <a:lnTo>
                    <a:pt x="1410078" y="170468"/>
                  </a:lnTo>
                  <a:lnTo>
                    <a:pt x="1372679" y="144596"/>
                  </a:lnTo>
                  <a:lnTo>
                    <a:pt x="1333917" y="120621"/>
                  </a:lnTo>
                  <a:lnTo>
                    <a:pt x="1293860" y="98611"/>
                  </a:lnTo>
                  <a:lnTo>
                    <a:pt x="1252575" y="78632"/>
                  </a:lnTo>
                  <a:lnTo>
                    <a:pt x="1210130" y="60751"/>
                  </a:lnTo>
                  <a:lnTo>
                    <a:pt x="1166592" y="45037"/>
                  </a:lnTo>
                  <a:lnTo>
                    <a:pt x="1122030" y="31555"/>
                  </a:lnTo>
                  <a:lnTo>
                    <a:pt x="1076509" y="20375"/>
                  </a:lnTo>
                  <a:lnTo>
                    <a:pt x="1030099" y="11561"/>
                  </a:lnTo>
                  <a:lnTo>
                    <a:pt x="982867" y="5183"/>
                  </a:lnTo>
                  <a:lnTo>
                    <a:pt x="934880" y="1307"/>
                  </a:lnTo>
                  <a:lnTo>
                    <a:pt x="886206" y="0"/>
                  </a:lnTo>
                  <a:close/>
                </a:path>
              </a:pathLst>
            </a:custGeom>
            <a:ln w="127000">
              <a:solidFill>
                <a:srgbClr val="800000"/>
              </a:solidFill>
            </a:ln>
          </p:spPr>
          <p:txBody>
            <a:bodyPr wrap="square" lIns="0" tIns="0" rIns="0" bIns="0" rtlCol="0"/>
            <a:lstStyle/>
            <a:p>
              <a:endParaRPr/>
            </a:p>
          </p:txBody>
        </p:sp>
      </p:grpSp>
    </p:spTree>
    <p:extLst>
      <p:ext uri="{BB962C8B-B14F-4D97-AF65-F5344CB8AC3E}">
        <p14:creationId xmlns:p14="http://schemas.microsoft.com/office/powerpoint/2010/main" val="1290815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 en el Diseño</a:t>
            </a:r>
          </a:p>
        </p:txBody>
      </p:sp>
      <p:sp>
        <p:nvSpPr>
          <p:cNvPr id="3" name="Marcador de contenido 2"/>
          <p:cNvSpPr>
            <a:spLocks noGrp="1"/>
          </p:cNvSpPr>
          <p:nvPr>
            <p:ph idx="1"/>
          </p:nvPr>
        </p:nvSpPr>
        <p:spPr/>
        <p:txBody>
          <a:bodyPr>
            <a:normAutofit fontScale="55000" lnSpcReduction="20000"/>
          </a:bodyPr>
          <a:lstStyle/>
          <a:p>
            <a:pPr marL="12700">
              <a:lnSpc>
                <a:spcPct val="100000"/>
              </a:lnSpc>
              <a:spcBef>
                <a:spcPts val="95"/>
              </a:spcBef>
            </a:pPr>
            <a:r>
              <a:rPr lang="es-ES" sz="3200" spc="150" dirty="0">
                <a:solidFill>
                  <a:schemeClr val="accent6">
                    <a:lumMod val="50000"/>
                  </a:schemeClr>
                </a:solidFill>
                <a:latin typeface="Trebuchet MS"/>
                <a:cs typeface="Trebuchet MS"/>
              </a:rPr>
              <a:t>Análisis </a:t>
            </a:r>
            <a:r>
              <a:rPr lang="es-ES" sz="3200" spc="30" dirty="0">
                <a:solidFill>
                  <a:schemeClr val="accent6">
                    <a:lumMod val="50000"/>
                  </a:schemeClr>
                </a:solidFill>
                <a:latin typeface="Trebuchet MS"/>
                <a:cs typeface="Trebuchet MS"/>
              </a:rPr>
              <a:t>de </a:t>
            </a:r>
            <a:r>
              <a:rPr lang="es-ES" sz="3200" spc="135" dirty="0">
                <a:solidFill>
                  <a:schemeClr val="accent6">
                    <a:lumMod val="50000"/>
                  </a:schemeClr>
                </a:solidFill>
                <a:latin typeface="Trebuchet MS"/>
                <a:cs typeface="Trebuchet MS"/>
              </a:rPr>
              <a:t>riesgo </a:t>
            </a:r>
            <a:r>
              <a:rPr lang="es-ES" sz="3200" spc="260" dirty="0">
                <a:solidFill>
                  <a:schemeClr val="accent6">
                    <a:lumMod val="50000"/>
                  </a:schemeClr>
                </a:solidFill>
                <a:latin typeface="Trebuchet MS"/>
                <a:cs typeface="Trebuchet MS"/>
              </a:rPr>
              <a:t>– </a:t>
            </a:r>
            <a:r>
              <a:rPr lang="es-ES" sz="3200" spc="85" dirty="0" err="1">
                <a:solidFill>
                  <a:schemeClr val="accent6">
                    <a:lumMod val="50000"/>
                  </a:schemeClr>
                </a:solidFill>
                <a:latin typeface="Trebuchet MS"/>
                <a:cs typeface="Trebuchet MS"/>
              </a:rPr>
              <a:t>Threat</a:t>
            </a:r>
            <a:r>
              <a:rPr lang="es-ES" sz="3200" spc="285" dirty="0">
                <a:solidFill>
                  <a:schemeClr val="accent6">
                    <a:lumMod val="50000"/>
                  </a:schemeClr>
                </a:solidFill>
                <a:latin typeface="Trebuchet MS"/>
                <a:cs typeface="Trebuchet MS"/>
              </a:rPr>
              <a:t> </a:t>
            </a:r>
            <a:r>
              <a:rPr lang="es-ES" sz="3200" spc="110" dirty="0" err="1">
                <a:solidFill>
                  <a:schemeClr val="accent6">
                    <a:lumMod val="50000"/>
                  </a:schemeClr>
                </a:solidFill>
                <a:latin typeface="Trebuchet MS"/>
                <a:cs typeface="Trebuchet MS"/>
              </a:rPr>
              <a:t>Modeling</a:t>
            </a:r>
            <a:endParaRPr lang="es-ES" sz="3200" dirty="0">
              <a:solidFill>
                <a:schemeClr val="accent6">
                  <a:lumMod val="50000"/>
                </a:schemeClr>
              </a:solidFill>
              <a:latin typeface="Trebuchet MS"/>
              <a:cs typeface="Trebuchet MS"/>
            </a:endParaRPr>
          </a:p>
          <a:p>
            <a:pPr>
              <a:lnSpc>
                <a:spcPct val="100000"/>
              </a:lnSpc>
              <a:spcBef>
                <a:spcPts val="5"/>
              </a:spcBef>
            </a:pPr>
            <a:endParaRPr lang="es-ES" sz="4000" dirty="0">
              <a:solidFill>
                <a:schemeClr val="accent6">
                  <a:lumMod val="50000"/>
                </a:schemeClr>
              </a:solidFill>
              <a:latin typeface="Trebuchet MS"/>
              <a:cs typeface="Trebuchet MS"/>
            </a:endParaRPr>
          </a:p>
          <a:p>
            <a:pPr marL="26670" marR="5080" algn="just">
              <a:lnSpc>
                <a:spcPct val="130300"/>
              </a:lnSpc>
            </a:pPr>
            <a:r>
              <a:rPr lang="es-ES" spc="55" dirty="0">
                <a:solidFill>
                  <a:schemeClr val="accent6">
                    <a:lumMod val="50000"/>
                  </a:schemeClr>
                </a:solidFill>
                <a:latin typeface="Trebuchet MS"/>
                <a:cs typeface="Trebuchet MS"/>
              </a:rPr>
              <a:t>Técnica </a:t>
            </a:r>
            <a:r>
              <a:rPr lang="es-ES" spc="30" dirty="0">
                <a:solidFill>
                  <a:schemeClr val="accent6">
                    <a:lumMod val="50000"/>
                  </a:schemeClr>
                </a:solidFill>
                <a:latin typeface="Trebuchet MS"/>
                <a:cs typeface="Trebuchet MS"/>
              </a:rPr>
              <a:t>formal, </a:t>
            </a:r>
            <a:r>
              <a:rPr lang="es-ES" spc="114" dirty="0">
                <a:solidFill>
                  <a:schemeClr val="accent6">
                    <a:lumMod val="50000"/>
                  </a:schemeClr>
                </a:solidFill>
                <a:latin typeface="Trebuchet MS"/>
                <a:cs typeface="Trebuchet MS"/>
              </a:rPr>
              <a:t>estructurada </a:t>
            </a:r>
            <a:r>
              <a:rPr lang="es-ES" spc="195" dirty="0">
                <a:solidFill>
                  <a:schemeClr val="accent6">
                    <a:lumMod val="50000"/>
                  </a:schemeClr>
                </a:solidFill>
                <a:latin typeface="Trebuchet MS"/>
                <a:cs typeface="Trebuchet MS"/>
              </a:rPr>
              <a:t>y </a:t>
            </a:r>
            <a:r>
              <a:rPr lang="es-ES" spc="20" dirty="0">
                <a:solidFill>
                  <a:schemeClr val="accent6">
                    <a:lumMod val="50000"/>
                  </a:schemeClr>
                </a:solidFill>
                <a:latin typeface="Trebuchet MS"/>
                <a:cs typeface="Trebuchet MS"/>
              </a:rPr>
              <a:t>repetible </a:t>
            </a:r>
            <a:r>
              <a:rPr lang="es-ES" spc="50" dirty="0">
                <a:solidFill>
                  <a:schemeClr val="accent6">
                    <a:lumMod val="50000"/>
                  </a:schemeClr>
                </a:solidFill>
                <a:latin typeface="Trebuchet MS"/>
                <a:cs typeface="Trebuchet MS"/>
              </a:rPr>
              <a:t>que </a:t>
            </a:r>
            <a:r>
              <a:rPr lang="es-ES" spc="35" dirty="0">
                <a:solidFill>
                  <a:schemeClr val="accent6">
                    <a:lumMod val="50000"/>
                  </a:schemeClr>
                </a:solidFill>
                <a:latin typeface="Trebuchet MS"/>
                <a:cs typeface="Trebuchet MS"/>
              </a:rPr>
              <a:t>permite </a:t>
            </a:r>
            <a:r>
              <a:rPr lang="es-ES" spc="65" dirty="0">
                <a:solidFill>
                  <a:schemeClr val="accent6">
                    <a:lumMod val="50000"/>
                  </a:schemeClr>
                </a:solidFill>
                <a:latin typeface="Trebuchet MS"/>
                <a:cs typeface="Trebuchet MS"/>
              </a:rPr>
              <a:t>determinar </a:t>
            </a:r>
            <a:r>
              <a:rPr lang="es-ES" spc="195" dirty="0">
                <a:solidFill>
                  <a:schemeClr val="accent6">
                    <a:lumMod val="50000"/>
                  </a:schemeClr>
                </a:solidFill>
                <a:latin typeface="Trebuchet MS"/>
                <a:cs typeface="Trebuchet MS"/>
              </a:rPr>
              <a:t>y  </a:t>
            </a:r>
            <a:r>
              <a:rPr lang="es-ES" spc="105" dirty="0">
                <a:solidFill>
                  <a:schemeClr val="accent6">
                    <a:lumMod val="50000"/>
                  </a:schemeClr>
                </a:solidFill>
                <a:latin typeface="Trebuchet MS"/>
                <a:cs typeface="Trebuchet MS"/>
              </a:rPr>
              <a:t>ponderar </a:t>
            </a:r>
            <a:r>
              <a:rPr lang="es-ES" spc="135" dirty="0">
                <a:solidFill>
                  <a:schemeClr val="accent6">
                    <a:lumMod val="50000"/>
                  </a:schemeClr>
                </a:solidFill>
                <a:latin typeface="Trebuchet MS"/>
                <a:cs typeface="Trebuchet MS"/>
              </a:rPr>
              <a:t>los </a:t>
            </a:r>
            <a:r>
              <a:rPr lang="es-ES" spc="155" dirty="0">
                <a:solidFill>
                  <a:schemeClr val="accent6">
                    <a:lumMod val="50000"/>
                  </a:schemeClr>
                </a:solidFill>
                <a:latin typeface="Trebuchet MS"/>
                <a:cs typeface="Trebuchet MS"/>
              </a:rPr>
              <a:t>riesgos </a:t>
            </a:r>
            <a:r>
              <a:rPr lang="es-ES" spc="195" dirty="0">
                <a:solidFill>
                  <a:schemeClr val="accent6">
                    <a:lumMod val="50000"/>
                  </a:schemeClr>
                </a:solidFill>
                <a:latin typeface="Trebuchet MS"/>
                <a:cs typeface="Trebuchet MS"/>
              </a:rPr>
              <a:t>y </a:t>
            </a:r>
            <a:r>
              <a:rPr lang="es-ES" spc="155" dirty="0">
                <a:solidFill>
                  <a:schemeClr val="accent6">
                    <a:lumMod val="50000"/>
                  </a:schemeClr>
                </a:solidFill>
                <a:latin typeface="Trebuchet MS"/>
                <a:cs typeface="Trebuchet MS"/>
              </a:rPr>
              <a:t>amenazas </a:t>
            </a:r>
            <a:r>
              <a:rPr lang="es-ES" spc="195" dirty="0">
                <a:solidFill>
                  <a:schemeClr val="accent6">
                    <a:lumMod val="50000"/>
                  </a:schemeClr>
                </a:solidFill>
                <a:latin typeface="Trebuchet MS"/>
                <a:cs typeface="Trebuchet MS"/>
              </a:rPr>
              <a:t>a </a:t>
            </a:r>
            <a:r>
              <a:rPr lang="es-ES" spc="135" dirty="0">
                <a:solidFill>
                  <a:schemeClr val="accent6">
                    <a:lumMod val="50000"/>
                  </a:schemeClr>
                </a:solidFill>
                <a:latin typeface="Trebuchet MS"/>
                <a:cs typeface="Trebuchet MS"/>
              </a:rPr>
              <a:t>los </a:t>
            </a:r>
            <a:r>
              <a:rPr lang="es-ES" spc="50" dirty="0">
                <a:solidFill>
                  <a:schemeClr val="accent6">
                    <a:lumMod val="50000"/>
                  </a:schemeClr>
                </a:solidFill>
                <a:latin typeface="Trebuchet MS"/>
                <a:cs typeface="Trebuchet MS"/>
              </a:rPr>
              <a:t>que </a:t>
            </a:r>
            <a:r>
              <a:rPr lang="es-ES" spc="145" dirty="0">
                <a:solidFill>
                  <a:schemeClr val="accent6">
                    <a:lumMod val="50000"/>
                  </a:schemeClr>
                </a:solidFill>
                <a:latin typeface="Trebuchet MS"/>
                <a:cs typeface="Trebuchet MS"/>
              </a:rPr>
              <a:t>estará </a:t>
            </a:r>
            <a:r>
              <a:rPr lang="es-ES" spc="95" dirty="0">
                <a:solidFill>
                  <a:schemeClr val="accent6">
                    <a:lumMod val="50000"/>
                  </a:schemeClr>
                </a:solidFill>
                <a:latin typeface="Trebuchet MS"/>
                <a:cs typeface="Trebuchet MS"/>
              </a:rPr>
              <a:t>expuesta </a:t>
            </a:r>
            <a:r>
              <a:rPr lang="es-ES" spc="125" dirty="0">
                <a:solidFill>
                  <a:schemeClr val="accent6">
                    <a:lumMod val="50000"/>
                  </a:schemeClr>
                </a:solidFill>
                <a:latin typeface="Trebuchet MS"/>
                <a:cs typeface="Trebuchet MS"/>
              </a:rPr>
              <a:t>nuestra  </a:t>
            </a:r>
            <a:r>
              <a:rPr lang="es-ES" spc="30" dirty="0">
                <a:solidFill>
                  <a:schemeClr val="accent6">
                    <a:lumMod val="50000"/>
                  </a:schemeClr>
                </a:solidFill>
                <a:latin typeface="Trebuchet MS"/>
                <a:cs typeface="Trebuchet MS"/>
              </a:rPr>
              <a:t>aplicación.</a:t>
            </a:r>
            <a:endParaRPr lang="es-ES" dirty="0">
              <a:solidFill>
                <a:schemeClr val="accent6">
                  <a:lumMod val="50000"/>
                </a:schemeClr>
              </a:solidFill>
              <a:latin typeface="Trebuchet MS"/>
              <a:cs typeface="Trebuchet MS"/>
            </a:endParaRPr>
          </a:p>
          <a:p>
            <a:pPr>
              <a:lnSpc>
                <a:spcPct val="100000"/>
              </a:lnSpc>
            </a:pPr>
            <a:endParaRPr lang="es-ES" sz="3600" dirty="0">
              <a:solidFill>
                <a:schemeClr val="accent6">
                  <a:lumMod val="50000"/>
                </a:schemeClr>
              </a:solidFill>
              <a:latin typeface="Trebuchet MS"/>
              <a:cs typeface="Trebuchet MS"/>
            </a:endParaRPr>
          </a:p>
          <a:p>
            <a:pPr marR="11430">
              <a:lnSpc>
                <a:spcPct val="100000"/>
              </a:lnSpc>
              <a:spcBef>
                <a:spcPts val="1275"/>
              </a:spcBef>
            </a:pPr>
            <a:r>
              <a:rPr lang="es-ES" spc="145" dirty="0">
                <a:solidFill>
                  <a:schemeClr val="accent6">
                    <a:lumMod val="50000"/>
                  </a:schemeClr>
                </a:solidFill>
                <a:latin typeface="Trebuchet MS"/>
                <a:cs typeface="Trebuchet MS"/>
              </a:rPr>
              <a:t>Consta </a:t>
            </a:r>
            <a:r>
              <a:rPr lang="es-ES" spc="25" dirty="0">
                <a:solidFill>
                  <a:schemeClr val="accent6">
                    <a:lumMod val="50000"/>
                  </a:schemeClr>
                </a:solidFill>
                <a:latin typeface="Trebuchet MS"/>
                <a:cs typeface="Trebuchet MS"/>
              </a:rPr>
              <a:t>de </a:t>
            </a:r>
            <a:r>
              <a:rPr lang="es-ES" spc="155" dirty="0">
                <a:solidFill>
                  <a:schemeClr val="accent6">
                    <a:lumMod val="50000"/>
                  </a:schemeClr>
                </a:solidFill>
                <a:latin typeface="Trebuchet MS"/>
                <a:cs typeface="Trebuchet MS"/>
              </a:rPr>
              <a:t>las </a:t>
            </a:r>
            <a:r>
              <a:rPr lang="es-ES" spc="90" dirty="0">
                <a:solidFill>
                  <a:schemeClr val="accent6">
                    <a:lumMod val="50000"/>
                  </a:schemeClr>
                </a:solidFill>
                <a:latin typeface="Trebuchet MS"/>
                <a:cs typeface="Trebuchet MS"/>
              </a:rPr>
              <a:t>siguientes</a:t>
            </a:r>
            <a:r>
              <a:rPr lang="es-ES" spc="285" dirty="0">
                <a:solidFill>
                  <a:schemeClr val="accent6">
                    <a:lumMod val="50000"/>
                  </a:schemeClr>
                </a:solidFill>
                <a:latin typeface="Trebuchet MS"/>
                <a:cs typeface="Trebuchet MS"/>
              </a:rPr>
              <a:t> </a:t>
            </a:r>
            <a:r>
              <a:rPr lang="es-ES" spc="75" dirty="0">
                <a:solidFill>
                  <a:schemeClr val="accent6">
                    <a:lumMod val="50000"/>
                  </a:schemeClr>
                </a:solidFill>
                <a:latin typeface="Trebuchet MS"/>
                <a:cs typeface="Trebuchet MS"/>
              </a:rPr>
              <a:t>etapas:</a:t>
            </a:r>
            <a:endParaRPr lang="es-ES" dirty="0">
              <a:solidFill>
                <a:schemeClr val="accent6">
                  <a:lumMod val="50000"/>
                </a:schemeClr>
              </a:solidFill>
              <a:latin typeface="Trebuchet MS"/>
              <a:cs typeface="Trebuchet MS"/>
            </a:endParaRPr>
          </a:p>
          <a:p>
            <a:pPr>
              <a:lnSpc>
                <a:spcPct val="100000"/>
              </a:lnSpc>
              <a:spcBef>
                <a:spcPts val="10"/>
              </a:spcBef>
            </a:pPr>
            <a:endParaRPr lang="es-ES" sz="3200" dirty="0">
              <a:solidFill>
                <a:schemeClr val="accent6">
                  <a:lumMod val="50000"/>
                </a:schemeClr>
              </a:solidFill>
              <a:latin typeface="Trebuchet MS"/>
              <a:cs typeface="Trebuchet MS"/>
            </a:endParaRPr>
          </a:p>
          <a:p>
            <a:pPr marL="469900" indent="-457200">
              <a:lnSpc>
                <a:spcPct val="100000"/>
              </a:lnSpc>
              <a:buClr>
                <a:schemeClr val="accent6">
                  <a:lumMod val="50000"/>
                </a:schemeClr>
              </a:buClr>
              <a:buAutoNum type="arabicParenR"/>
              <a:tabLst>
                <a:tab pos="469265" algn="l"/>
                <a:tab pos="469900" algn="l"/>
              </a:tabLst>
            </a:pPr>
            <a:r>
              <a:rPr lang="es-ES" spc="114" dirty="0">
                <a:solidFill>
                  <a:schemeClr val="accent6">
                    <a:lumMod val="50000"/>
                  </a:schemeClr>
                </a:solidFill>
                <a:latin typeface="Trebuchet MS"/>
                <a:cs typeface="Trebuchet MS"/>
              </a:rPr>
              <a:t>Conformar </a:t>
            </a:r>
            <a:r>
              <a:rPr lang="es-ES" spc="95" dirty="0">
                <a:solidFill>
                  <a:schemeClr val="accent6">
                    <a:lumMod val="50000"/>
                  </a:schemeClr>
                </a:solidFill>
                <a:latin typeface="Trebuchet MS"/>
                <a:cs typeface="Trebuchet MS"/>
              </a:rPr>
              <a:t>un </a:t>
            </a:r>
            <a:r>
              <a:rPr lang="es-ES" spc="130" dirty="0">
                <a:solidFill>
                  <a:schemeClr val="accent6">
                    <a:lumMod val="50000"/>
                  </a:schemeClr>
                </a:solidFill>
                <a:latin typeface="Trebuchet MS"/>
                <a:cs typeface="Trebuchet MS"/>
              </a:rPr>
              <a:t>grupo </a:t>
            </a:r>
            <a:r>
              <a:rPr lang="es-ES" spc="25" dirty="0">
                <a:solidFill>
                  <a:schemeClr val="accent6">
                    <a:lumMod val="50000"/>
                  </a:schemeClr>
                </a:solidFill>
                <a:latin typeface="Trebuchet MS"/>
                <a:cs typeface="Trebuchet MS"/>
              </a:rPr>
              <a:t>de </a:t>
            </a:r>
            <a:r>
              <a:rPr lang="es-ES" spc="130" dirty="0">
                <a:solidFill>
                  <a:schemeClr val="accent6">
                    <a:lumMod val="50000"/>
                  </a:schemeClr>
                </a:solidFill>
                <a:latin typeface="Trebuchet MS"/>
                <a:cs typeface="Trebuchet MS"/>
              </a:rPr>
              <a:t>análisis </a:t>
            </a:r>
            <a:r>
              <a:rPr lang="es-ES" spc="25" dirty="0">
                <a:solidFill>
                  <a:schemeClr val="accent6">
                    <a:lumMod val="50000"/>
                  </a:schemeClr>
                </a:solidFill>
                <a:latin typeface="Trebuchet MS"/>
                <a:cs typeface="Trebuchet MS"/>
              </a:rPr>
              <a:t>de</a:t>
            </a:r>
            <a:r>
              <a:rPr lang="es-ES" spc="430" dirty="0">
                <a:solidFill>
                  <a:schemeClr val="accent6">
                    <a:lumMod val="50000"/>
                  </a:schemeClr>
                </a:solidFill>
                <a:latin typeface="Trebuchet MS"/>
                <a:cs typeface="Trebuchet MS"/>
              </a:rPr>
              <a:t> </a:t>
            </a:r>
            <a:r>
              <a:rPr lang="es-ES" spc="155" dirty="0">
                <a:solidFill>
                  <a:schemeClr val="accent6">
                    <a:lumMod val="50000"/>
                  </a:schemeClr>
                </a:solidFill>
                <a:latin typeface="Trebuchet MS"/>
                <a:cs typeface="Trebuchet MS"/>
              </a:rPr>
              <a:t>riesgos</a:t>
            </a:r>
            <a:endParaRPr lang="es-ES" dirty="0">
              <a:solidFill>
                <a:schemeClr val="accent6">
                  <a:lumMod val="50000"/>
                </a:schemeClr>
              </a:solidFill>
              <a:latin typeface="Trebuchet MS"/>
              <a:cs typeface="Trebuchet MS"/>
            </a:endParaRPr>
          </a:p>
          <a:p>
            <a:pPr marL="469900" indent="-457200">
              <a:lnSpc>
                <a:spcPct val="100000"/>
              </a:lnSpc>
              <a:spcBef>
                <a:spcPts val="655"/>
              </a:spcBef>
              <a:buClr>
                <a:schemeClr val="accent6">
                  <a:lumMod val="50000"/>
                </a:schemeClr>
              </a:buClr>
              <a:buAutoNum type="arabicParenR"/>
              <a:tabLst>
                <a:tab pos="469265" algn="l"/>
                <a:tab pos="469900" algn="l"/>
              </a:tabLst>
            </a:pPr>
            <a:r>
              <a:rPr lang="es-ES" spc="114" dirty="0">
                <a:solidFill>
                  <a:schemeClr val="accent6">
                    <a:lumMod val="50000"/>
                  </a:schemeClr>
                </a:solidFill>
                <a:latin typeface="Trebuchet MS"/>
                <a:cs typeface="Trebuchet MS"/>
              </a:rPr>
              <a:t>Descomponer </a:t>
            </a:r>
            <a:r>
              <a:rPr lang="es-ES" spc="65" dirty="0">
                <a:solidFill>
                  <a:schemeClr val="accent6">
                    <a:lumMod val="50000"/>
                  </a:schemeClr>
                </a:solidFill>
                <a:latin typeface="Trebuchet MS"/>
                <a:cs typeface="Trebuchet MS"/>
              </a:rPr>
              <a:t>la </a:t>
            </a:r>
            <a:r>
              <a:rPr lang="es-ES" spc="70" dirty="0">
                <a:solidFill>
                  <a:schemeClr val="accent6">
                    <a:lumMod val="50000"/>
                  </a:schemeClr>
                </a:solidFill>
                <a:latin typeface="Trebuchet MS"/>
                <a:cs typeface="Trebuchet MS"/>
              </a:rPr>
              <a:t>aplicación </a:t>
            </a:r>
            <a:r>
              <a:rPr lang="es-ES" spc="-35" dirty="0">
                <a:solidFill>
                  <a:schemeClr val="accent6">
                    <a:lumMod val="50000"/>
                  </a:schemeClr>
                </a:solidFill>
                <a:latin typeface="Trebuchet MS"/>
                <a:cs typeface="Trebuchet MS"/>
              </a:rPr>
              <a:t>e </a:t>
            </a:r>
            <a:r>
              <a:rPr lang="es-ES" spc="40" dirty="0">
                <a:solidFill>
                  <a:schemeClr val="accent6">
                    <a:lumMod val="50000"/>
                  </a:schemeClr>
                </a:solidFill>
                <a:latin typeface="Trebuchet MS"/>
                <a:cs typeface="Trebuchet MS"/>
              </a:rPr>
              <a:t>identificar </a:t>
            </a:r>
            <a:r>
              <a:rPr lang="es-ES" spc="90" dirty="0">
                <a:solidFill>
                  <a:schemeClr val="accent6">
                    <a:lumMod val="50000"/>
                  </a:schemeClr>
                </a:solidFill>
                <a:latin typeface="Trebuchet MS"/>
                <a:cs typeface="Trebuchet MS"/>
              </a:rPr>
              <a:t>componentes</a:t>
            </a:r>
            <a:r>
              <a:rPr lang="es-ES" spc="165" dirty="0">
                <a:solidFill>
                  <a:schemeClr val="accent6">
                    <a:lumMod val="50000"/>
                  </a:schemeClr>
                </a:solidFill>
                <a:latin typeface="Trebuchet MS"/>
                <a:cs typeface="Trebuchet MS"/>
              </a:rPr>
              <a:t> </a:t>
            </a:r>
            <a:r>
              <a:rPr lang="es-ES" spc="10" dirty="0">
                <a:solidFill>
                  <a:schemeClr val="accent6">
                    <a:lumMod val="50000"/>
                  </a:schemeClr>
                </a:solidFill>
                <a:latin typeface="Trebuchet MS"/>
                <a:cs typeface="Trebuchet MS"/>
              </a:rPr>
              <a:t>clave.</a:t>
            </a:r>
            <a:endParaRPr lang="es-ES" dirty="0">
              <a:solidFill>
                <a:schemeClr val="accent6">
                  <a:lumMod val="50000"/>
                </a:schemeClr>
              </a:solidFill>
              <a:latin typeface="Trebuchet MS"/>
              <a:cs typeface="Trebuchet MS"/>
            </a:endParaRPr>
          </a:p>
          <a:p>
            <a:pPr marL="469900" indent="-457200">
              <a:lnSpc>
                <a:spcPct val="100000"/>
              </a:lnSpc>
              <a:spcBef>
                <a:spcPts val="645"/>
              </a:spcBef>
              <a:buClr>
                <a:schemeClr val="accent6">
                  <a:lumMod val="50000"/>
                </a:schemeClr>
              </a:buClr>
              <a:buAutoNum type="arabicParenR"/>
              <a:tabLst>
                <a:tab pos="469265" algn="l"/>
                <a:tab pos="469900" algn="l"/>
              </a:tabLst>
            </a:pPr>
            <a:r>
              <a:rPr lang="es-ES" spc="80" dirty="0">
                <a:solidFill>
                  <a:schemeClr val="accent6">
                    <a:lumMod val="50000"/>
                  </a:schemeClr>
                </a:solidFill>
                <a:latin typeface="Trebuchet MS"/>
                <a:cs typeface="Trebuchet MS"/>
              </a:rPr>
              <a:t>Determinar </a:t>
            </a:r>
            <a:r>
              <a:rPr lang="es-ES" spc="155" dirty="0">
                <a:solidFill>
                  <a:schemeClr val="accent6">
                    <a:lumMod val="50000"/>
                  </a:schemeClr>
                </a:solidFill>
                <a:latin typeface="Trebuchet MS"/>
                <a:cs typeface="Trebuchet MS"/>
              </a:rPr>
              <a:t>las amenazas </a:t>
            </a:r>
            <a:r>
              <a:rPr lang="es-ES" spc="195" dirty="0">
                <a:solidFill>
                  <a:schemeClr val="accent6">
                    <a:lumMod val="50000"/>
                  </a:schemeClr>
                </a:solidFill>
                <a:latin typeface="Trebuchet MS"/>
                <a:cs typeface="Trebuchet MS"/>
              </a:rPr>
              <a:t>a </a:t>
            </a:r>
            <a:r>
              <a:rPr lang="es-ES" spc="135" dirty="0">
                <a:solidFill>
                  <a:schemeClr val="accent6">
                    <a:lumMod val="50000"/>
                  </a:schemeClr>
                </a:solidFill>
                <a:latin typeface="Trebuchet MS"/>
                <a:cs typeface="Trebuchet MS"/>
              </a:rPr>
              <a:t>cada </a:t>
            </a:r>
            <a:r>
              <a:rPr lang="es-ES" spc="65" dirty="0">
                <a:solidFill>
                  <a:schemeClr val="accent6">
                    <a:lumMod val="50000"/>
                  </a:schemeClr>
                </a:solidFill>
                <a:latin typeface="Trebuchet MS"/>
                <a:cs typeface="Trebuchet MS"/>
              </a:rPr>
              <a:t>componente </a:t>
            </a:r>
            <a:r>
              <a:rPr lang="es-ES" spc="25" dirty="0">
                <a:solidFill>
                  <a:schemeClr val="accent6">
                    <a:lumMod val="50000"/>
                  </a:schemeClr>
                </a:solidFill>
                <a:latin typeface="Trebuchet MS"/>
                <a:cs typeface="Trebuchet MS"/>
              </a:rPr>
              <a:t>de </a:t>
            </a:r>
            <a:r>
              <a:rPr lang="es-ES" spc="65" dirty="0">
                <a:solidFill>
                  <a:schemeClr val="accent6">
                    <a:lumMod val="50000"/>
                  </a:schemeClr>
                </a:solidFill>
                <a:latin typeface="Trebuchet MS"/>
                <a:cs typeface="Trebuchet MS"/>
              </a:rPr>
              <a:t>la</a:t>
            </a:r>
            <a:r>
              <a:rPr lang="es-ES" spc="415" dirty="0">
                <a:solidFill>
                  <a:schemeClr val="accent6">
                    <a:lumMod val="50000"/>
                  </a:schemeClr>
                </a:solidFill>
                <a:latin typeface="Trebuchet MS"/>
                <a:cs typeface="Trebuchet MS"/>
              </a:rPr>
              <a:t> </a:t>
            </a:r>
            <a:r>
              <a:rPr lang="es-ES" spc="35" dirty="0">
                <a:solidFill>
                  <a:schemeClr val="accent6">
                    <a:lumMod val="50000"/>
                  </a:schemeClr>
                </a:solidFill>
                <a:latin typeface="Trebuchet MS"/>
                <a:cs typeface="Trebuchet MS"/>
              </a:rPr>
              <a:t>aplicación.</a:t>
            </a:r>
            <a:endParaRPr lang="es-ES" dirty="0">
              <a:solidFill>
                <a:schemeClr val="accent6">
                  <a:lumMod val="50000"/>
                </a:schemeClr>
              </a:solidFill>
              <a:latin typeface="Trebuchet MS"/>
              <a:cs typeface="Trebuchet MS"/>
            </a:endParaRPr>
          </a:p>
          <a:p>
            <a:pPr marL="469900" indent="-457200">
              <a:lnSpc>
                <a:spcPct val="100000"/>
              </a:lnSpc>
              <a:spcBef>
                <a:spcPts val="655"/>
              </a:spcBef>
              <a:buClr>
                <a:schemeClr val="accent6">
                  <a:lumMod val="50000"/>
                </a:schemeClr>
              </a:buClr>
              <a:buAutoNum type="arabicParenR"/>
              <a:tabLst>
                <a:tab pos="469265" algn="l"/>
                <a:tab pos="469900" algn="l"/>
              </a:tabLst>
            </a:pPr>
            <a:r>
              <a:rPr lang="es-ES" spc="160" dirty="0">
                <a:solidFill>
                  <a:schemeClr val="accent6">
                    <a:lumMod val="50000"/>
                  </a:schemeClr>
                </a:solidFill>
                <a:latin typeface="Trebuchet MS"/>
                <a:cs typeface="Trebuchet MS"/>
              </a:rPr>
              <a:t>Asignar </a:t>
            </a:r>
            <a:r>
              <a:rPr lang="es-ES" spc="95" dirty="0">
                <a:solidFill>
                  <a:schemeClr val="accent6">
                    <a:lumMod val="50000"/>
                  </a:schemeClr>
                </a:solidFill>
                <a:latin typeface="Trebuchet MS"/>
                <a:cs typeface="Trebuchet MS"/>
              </a:rPr>
              <a:t>un </a:t>
            </a:r>
            <a:r>
              <a:rPr lang="es-ES" spc="125" dirty="0">
                <a:solidFill>
                  <a:schemeClr val="accent6">
                    <a:lumMod val="50000"/>
                  </a:schemeClr>
                </a:solidFill>
                <a:latin typeface="Trebuchet MS"/>
                <a:cs typeface="Trebuchet MS"/>
              </a:rPr>
              <a:t>valor </a:t>
            </a:r>
            <a:r>
              <a:rPr lang="es-ES" spc="195" dirty="0">
                <a:solidFill>
                  <a:schemeClr val="accent6">
                    <a:lumMod val="50000"/>
                  </a:schemeClr>
                </a:solidFill>
                <a:latin typeface="Trebuchet MS"/>
                <a:cs typeface="Trebuchet MS"/>
              </a:rPr>
              <a:t>a </a:t>
            </a:r>
            <a:r>
              <a:rPr lang="es-ES" spc="130" dirty="0">
                <a:solidFill>
                  <a:schemeClr val="accent6">
                    <a:lumMod val="50000"/>
                  </a:schemeClr>
                </a:solidFill>
                <a:latin typeface="Trebuchet MS"/>
                <a:cs typeface="Trebuchet MS"/>
              </a:rPr>
              <a:t>cada</a:t>
            </a:r>
            <a:r>
              <a:rPr lang="es-ES" spc="185" dirty="0">
                <a:solidFill>
                  <a:schemeClr val="accent6">
                    <a:lumMod val="50000"/>
                  </a:schemeClr>
                </a:solidFill>
                <a:latin typeface="Trebuchet MS"/>
                <a:cs typeface="Trebuchet MS"/>
              </a:rPr>
              <a:t> </a:t>
            </a:r>
            <a:r>
              <a:rPr lang="es-ES" spc="75" dirty="0">
                <a:solidFill>
                  <a:schemeClr val="accent6">
                    <a:lumMod val="50000"/>
                  </a:schemeClr>
                </a:solidFill>
                <a:latin typeface="Trebuchet MS"/>
                <a:cs typeface="Trebuchet MS"/>
              </a:rPr>
              <a:t>amenaza.</a:t>
            </a:r>
            <a:endParaRPr lang="es-ES" dirty="0">
              <a:solidFill>
                <a:schemeClr val="accent6">
                  <a:lumMod val="50000"/>
                </a:schemeClr>
              </a:solidFill>
              <a:latin typeface="Trebuchet MS"/>
              <a:cs typeface="Trebuchet MS"/>
            </a:endParaRPr>
          </a:p>
          <a:p>
            <a:pPr marL="469900" indent="-457200">
              <a:lnSpc>
                <a:spcPct val="100000"/>
              </a:lnSpc>
              <a:spcBef>
                <a:spcPts val="655"/>
              </a:spcBef>
              <a:buClr>
                <a:schemeClr val="accent6">
                  <a:lumMod val="50000"/>
                </a:schemeClr>
              </a:buClr>
              <a:buAutoNum type="arabicParenR"/>
              <a:tabLst>
                <a:tab pos="469265" algn="l"/>
                <a:tab pos="469900" algn="l"/>
              </a:tabLst>
            </a:pPr>
            <a:r>
              <a:rPr lang="es-ES" spc="65" dirty="0">
                <a:solidFill>
                  <a:schemeClr val="accent6">
                    <a:lumMod val="50000"/>
                  </a:schemeClr>
                </a:solidFill>
                <a:latin typeface="Trebuchet MS"/>
                <a:cs typeface="Trebuchet MS"/>
              </a:rPr>
              <a:t>Decidir </a:t>
            </a:r>
            <a:r>
              <a:rPr lang="es-ES" spc="100" dirty="0">
                <a:solidFill>
                  <a:schemeClr val="accent6">
                    <a:lumMod val="50000"/>
                  </a:schemeClr>
                </a:solidFill>
                <a:latin typeface="Trebuchet MS"/>
                <a:cs typeface="Trebuchet MS"/>
              </a:rPr>
              <a:t>cómo responder </a:t>
            </a:r>
            <a:r>
              <a:rPr lang="es-ES" spc="195" dirty="0">
                <a:solidFill>
                  <a:schemeClr val="accent6">
                    <a:lumMod val="50000"/>
                  </a:schemeClr>
                </a:solidFill>
                <a:latin typeface="Trebuchet MS"/>
                <a:cs typeface="Trebuchet MS"/>
              </a:rPr>
              <a:t>a </a:t>
            </a:r>
            <a:r>
              <a:rPr lang="es-ES" spc="155" dirty="0">
                <a:solidFill>
                  <a:schemeClr val="accent6">
                    <a:lumMod val="50000"/>
                  </a:schemeClr>
                </a:solidFill>
                <a:latin typeface="Trebuchet MS"/>
                <a:cs typeface="Trebuchet MS"/>
              </a:rPr>
              <a:t>las</a:t>
            </a:r>
            <a:r>
              <a:rPr lang="es-ES" spc="315" dirty="0">
                <a:solidFill>
                  <a:schemeClr val="accent6">
                    <a:lumMod val="50000"/>
                  </a:schemeClr>
                </a:solidFill>
                <a:latin typeface="Trebuchet MS"/>
                <a:cs typeface="Trebuchet MS"/>
              </a:rPr>
              <a:t> </a:t>
            </a:r>
            <a:r>
              <a:rPr lang="es-ES" spc="105" dirty="0">
                <a:solidFill>
                  <a:schemeClr val="accent6">
                    <a:lumMod val="50000"/>
                  </a:schemeClr>
                </a:solidFill>
                <a:latin typeface="Trebuchet MS"/>
                <a:cs typeface="Trebuchet MS"/>
              </a:rPr>
              <a:t>amenazas.</a:t>
            </a:r>
            <a:endParaRPr lang="es-ES" dirty="0">
              <a:solidFill>
                <a:schemeClr val="accent6">
                  <a:lumMod val="50000"/>
                </a:schemeClr>
              </a:solidFill>
              <a:latin typeface="Trebuchet MS"/>
              <a:cs typeface="Trebuchet MS"/>
            </a:endParaRPr>
          </a:p>
          <a:p>
            <a:pPr marL="469900" marR="21590" indent="-457200">
              <a:lnSpc>
                <a:spcPct val="130000"/>
              </a:lnSpc>
              <a:spcBef>
                <a:spcPts val="5"/>
              </a:spcBef>
              <a:buClr>
                <a:schemeClr val="accent6">
                  <a:lumMod val="50000"/>
                </a:schemeClr>
              </a:buClr>
              <a:buAutoNum type="arabicParenR"/>
              <a:tabLst>
                <a:tab pos="469265" algn="l"/>
                <a:tab pos="469900" algn="l"/>
              </a:tabLst>
            </a:pPr>
            <a:r>
              <a:rPr lang="es-ES" spc="55" dirty="0">
                <a:solidFill>
                  <a:schemeClr val="accent6">
                    <a:lumMod val="50000"/>
                  </a:schemeClr>
                </a:solidFill>
                <a:latin typeface="Trebuchet MS"/>
                <a:cs typeface="Trebuchet MS"/>
              </a:rPr>
              <a:t>Identificar </a:t>
            </a:r>
            <a:r>
              <a:rPr lang="es-ES" spc="155" dirty="0">
                <a:solidFill>
                  <a:schemeClr val="accent6">
                    <a:lumMod val="50000"/>
                  </a:schemeClr>
                </a:solidFill>
                <a:latin typeface="Trebuchet MS"/>
                <a:cs typeface="Trebuchet MS"/>
              </a:rPr>
              <a:t>las </a:t>
            </a:r>
            <a:r>
              <a:rPr lang="es-ES" spc="85" dirty="0">
                <a:solidFill>
                  <a:schemeClr val="accent6">
                    <a:lumMod val="50000"/>
                  </a:schemeClr>
                </a:solidFill>
                <a:latin typeface="Trebuchet MS"/>
                <a:cs typeface="Trebuchet MS"/>
              </a:rPr>
              <a:t>técnicas </a:t>
            </a:r>
            <a:r>
              <a:rPr lang="es-ES" spc="195" dirty="0">
                <a:solidFill>
                  <a:schemeClr val="accent6">
                    <a:lumMod val="50000"/>
                  </a:schemeClr>
                </a:solidFill>
                <a:latin typeface="Trebuchet MS"/>
                <a:cs typeface="Trebuchet MS"/>
              </a:rPr>
              <a:t>y </a:t>
            </a:r>
            <a:r>
              <a:rPr lang="es-ES" spc="90" dirty="0">
                <a:solidFill>
                  <a:schemeClr val="accent6">
                    <a:lumMod val="50000"/>
                  </a:schemeClr>
                </a:solidFill>
                <a:latin typeface="Trebuchet MS"/>
                <a:cs typeface="Trebuchet MS"/>
              </a:rPr>
              <a:t>tecnologías </a:t>
            </a:r>
            <a:r>
              <a:rPr lang="es-ES" spc="125" dirty="0">
                <a:solidFill>
                  <a:schemeClr val="accent6">
                    <a:lumMod val="50000"/>
                  </a:schemeClr>
                </a:solidFill>
                <a:latin typeface="Trebuchet MS"/>
                <a:cs typeface="Trebuchet MS"/>
              </a:rPr>
              <a:t>necesarias </a:t>
            </a:r>
            <a:r>
              <a:rPr lang="es-ES" spc="155" dirty="0">
                <a:solidFill>
                  <a:schemeClr val="accent6">
                    <a:lumMod val="50000"/>
                  </a:schemeClr>
                </a:solidFill>
                <a:latin typeface="Trebuchet MS"/>
                <a:cs typeface="Trebuchet MS"/>
              </a:rPr>
              <a:t>para </a:t>
            </a:r>
            <a:r>
              <a:rPr lang="es-ES" spc="80" dirty="0">
                <a:solidFill>
                  <a:schemeClr val="accent6">
                    <a:lumMod val="50000"/>
                  </a:schemeClr>
                </a:solidFill>
                <a:latin typeface="Trebuchet MS"/>
                <a:cs typeface="Trebuchet MS"/>
              </a:rPr>
              <a:t>mitigar </a:t>
            </a:r>
            <a:r>
              <a:rPr lang="es-ES" spc="135" dirty="0">
                <a:solidFill>
                  <a:schemeClr val="accent6">
                    <a:lumMod val="50000"/>
                  </a:schemeClr>
                </a:solidFill>
                <a:latin typeface="Trebuchet MS"/>
                <a:cs typeface="Trebuchet MS"/>
              </a:rPr>
              <a:t>los  </a:t>
            </a:r>
            <a:r>
              <a:rPr lang="es-ES" spc="155" dirty="0">
                <a:solidFill>
                  <a:schemeClr val="accent6">
                    <a:lumMod val="50000"/>
                  </a:schemeClr>
                </a:solidFill>
                <a:latin typeface="Trebuchet MS"/>
                <a:cs typeface="Trebuchet MS"/>
              </a:rPr>
              <a:t>riesgos</a:t>
            </a:r>
            <a:r>
              <a:rPr lang="es-ES" spc="145" dirty="0">
                <a:solidFill>
                  <a:schemeClr val="accent6">
                    <a:lumMod val="50000"/>
                  </a:schemeClr>
                </a:solidFill>
                <a:latin typeface="Trebuchet MS"/>
                <a:cs typeface="Trebuchet MS"/>
              </a:rPr>
              <a:t> </a:t>
            </a:r>
            <a:r>
              <a:rPr lang="es-ES" spc="45" dirty="0">
                <a:solidFill>
                  <a:schemeClr val="accent6">
                    <a:lumMod val="50000"/>
                  </a:schemeClr>
                </a:solidFill>
                <a:latin typeface="Trebuchet MS"/>
                <a:cs typeface="Trebuchet MS"/>
              </a:rPr>
              <a:t>identificados.</a:t>
            </a:r>
            <a:endParaRPr lang="es-ES" dirty="0">
              <a:solidFill>
                <a:schemeClr val="accent6">
                  <a:lumMod val="50000"/>
                </a:schemeClr>
              </a:solidFill>
              <a:latin typeface="Trebuchet MS"/>
              <a:cs typeface="Trebuchet MS"/>
            </a:endParaRPr>
          </a:p>
          <a:p>
            <a:endParaRPr lang="es-ES" dirty="0">
              <a:solidFill>
                <a:schemeClr val="accent6">
                  <a:lumMod val="50000"/>
                </a:schemeClr>
              </a:solidFill>
            </a:endParaRPr>
          </a:p>
        </p:txBody>
      </p:sp>
    </p:spTree>
    <p:extLst>
      <p:ext uri="{BB962C8B-B14F-4D97-AF65-F5344CB8AC3E}">
        <p14:creationId xmlns:p14="http://schemas.microsoft.com/office/powerpoint/2010/main" val="1834778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 en el Diseño</a:t>
            </a:r>
          </a:p>
        </p:txBody>
      </p:sp>
      <p:sp>
        <p:nvSpPr>
          <p:cNvPr id="3" name="Marcador de contenido 2"/>
          <p:cNvSpPr>
            <a:spLocks noGrp="1"/>
          </p:cNvSpPr>
          <p:nvPr>
            <p:ph idx="1"/>
          </p:nvPr>
        </p:nvSpPr>
        <p:spPr/>
        <p:txBody>
          <a:bodyPr>
            <a:normAutofit fontScale="55000" lnSpcReduction="20000"/>
          </a:bodyPr>
          <a:lstStyle/>
          <a:p>
            <a:pPr marR="208915">
              <a:lnSpc>
                <a:spcPct val="100000"/>
              </a:lnSpc>
              <a:spcBef>
                <a:spcPts val="95"/>
              </a:spcBef>
            </a:pPr>
            <a:r>
              <a:rPr lang="es-ES" sz="5100" spc="140" dirty="0">
                <a:solidFill>
                  <a:schemeClr val="accent6">
                    <a:lumMod val="50000"/>
                  </a:schemeClr>
                </a:solidFill>
                <a:latin typeface="Trebuchet MS"/>
                <a:cs typeface="Trebuchet MS"/>
              </a:rPr>
              <a:t>Método</a:t>
            </a:r>
            <a:r>
              <a:rPr lang="es-ES" sz="5100" spc="165" dirty="0">
                <a:solidFill>
                  <a:schemeClr val="accent6">
                    <a:lumMod val="50000"/>
                  </a:schemeClr>
                </a:solidFill>
                <a:latin typeface="Trebuchet MS"/>
                <a:cs typeface="Trebuchet MS"/>
              </a:rPr>
              <a:t> </a:t>
            </a:r>
            <a:r>
              <a:rPr lang="es-ES" sz="5100" spc="260" dirty="0">
                <a:solidFill>
                  <a:schemeClr val="accent6">
                    <a:lumMod val="50000"/>
                  </a:schemeClr>
                </a:solidFill>
                <a:latin typeface="Trebuchet MS"/>
                <a:cs typeface="Trebuchet MS"/>
              </a:rPr>
              <a:t>STRIDE</a:t>
            </a:r>
            <a:endParaRPr lang="es-ES" sz="5100" dirty="0">
              <a:solidFill>
                <a:schemeClr val="accent6">
                  <a:lumMod val="50000"/>
                </a:schemeClr>
              </a:solidFill>
              <a:latin typeface="Trebuchet MS"/>
              <a:cs typeface="Trebuchet MS"/>
            </a:endParaRPr>
          </a:p>
          <a:p>
            <a:pPr marL="469265" indent="-457200" algn="just">
              <a:lnSpc>
                <a:spcPct val="100000"/>
              </a:lnSpc>
              <a:spcBef>
                <a:spcPts val="1435"/>
              </a:spcBef>
              <a:buClr>
                <a:schemeClr val="accent6">
                  <a:lumMod val="50000"/>
                </a:schemeClr>
              </a:buClr>
              <a:buFont typeface="Wingdings" panose="05000000000000000000" pitchFamily="2" charset="2"/>
              <a:buChar char="§"/>
              <a:tabLst>
                <a:tab pos="198755" algn="l"/>
              </a:tabLst>
            </a:pPr>
            <a:r>
              <a:rPr lang="es-ES" spc="160" dirty="0" smtClean="0">
                <a:latin typeface="Trebuchet MS"/>
                <a:cs typeface="Trebuchet MS"/>
              </a:rPr>
              <a:t>Ayuda </a:t>
            </a:r>
            <a:r>
              <a:rPr lang="es-ES" spc="195" dirty="0">
                <a:latin typeface="Trebuchet MS"/>
                <a:cs typeface="Trebuchet MS"/>
              </a:rPr>
              <a:t>a </a:t>
            </a:r>
            <a:r>
              <a:rPr lang="es-ES" spc="40" dirty="0">
                <a:latin typeface="Trebuchet MS"/>
                <a:cs typeface="Trebuchet MS"/>
              </a:rPr>
              <a:t>identificar </a:t>
            </a:r>
            <a:r>
              <a:rPr lang="es-ES" spc="155" dirty="0">
                <a:latin typeface="Trebuchet MS"/>
                <a:cs typeface="Trebuchet MS"/>
              </a:rPr>
              <a:t>amenazas </a:t>
            </a:r>
            <a:r>
              <a:rPr lang="es-ES" spc="25" dirty="0">
                <a:latin typeface="Trebuchet MS"/>
                <a:cs typeface="Trebuchet MS"/>
              </a:rPr>
              <a:t>en </a:t>
            </a:r>
            <a:r>
              <a:rPr lang="es-ES" spc="135" dirty="0">
                <a:latin typeface="Trebuchet MS"/>
                <a:cs typeface="Trebuchet MS"/>
              </a:rPr>
              <a:t>los </a:t>
            </a:r>
            <a:r>
              <a:rPr lang="es-ES" spc="90" dirty="0">
                <a:latin typeface="Trebuchet MS"/>
                <a:cs typeface="Trebuchet MS"/>
              </a:rPr>
              <a:t>componentes </a:t>
            </a:r>
            <a:r>
              <a:rPr lang="es-ES" spc="25" dirty="0">
                <a:latin typeface="Trebuchet MS"/>
                <a:cs typeface="Trebuchet MS"/>
              </a:rPr>
              <a:t>de </a:t>
            </a:r>
            <a:r>
              <a:rPr lang="es-ES" spc="95" dirty="0">
                <a:latin typeface="Trebuchet MS"/>
                <a:cs typeface="Trebuchet MS"/>
              </a:rPr>
              <a:t>un</a:t>
            </a:r>
            <a:r>
              <a:rPr lang="es-ES" spc="565" dirty="0">
                <a:latin typeface="Trebuchet MS"/>
                <a:cs typeface="Trebuchet MS"/>
              </a:rPr>
              <a:t> </a:t>
            </a:r>
            <a:r>
              <a:rPr lang="es-ES" spc="130" dirty="0" err="1" smtClean="0">
                <a:latin typeface="Trebuchet MS"/>
                <a:cs typeface="Trebuchet MS"/>
              </a:rPr>
              <a:t>sistema,s</a:t>
            </a:r>
            <a:r>
              <a:rPr lang="es-ES" spc="295" dirty="0" err="1" smtClean="0">
                <a:latin typeface="Trebuchet MS"/>
                <a:cs typeface="Trebuchet MS"/>
              </a:rPr>
              <a:t>u</a:t>
            </a:r>
            <a:r>
              <a:rPr lang="es-ES" spc="295" dirty="0" smtClean="0">
                <a:latin typeface="Trebuchet MS"/>
                <a:cs typeface="Trebuchet MS"/>
              </a:rPr>
              <a:t> </a:t>
            </a:r>
            <a:r>
              <a:rPr lang="es-ES" spc="85" dirty="0">
                <a:latin typeface="Trebuchet MS"/>
                <a:cs typeface="Trebuchet MS"/>
              </a:rPr>
              <a:t>nombre </a:t>
            </a:r>
            <a:r>
              <a:rPr lang="es-ES" spc="150" dirty="0">
                <a:latin typeface="Trebuchet MS"/>
                <a:cs typeface="Trebuchet MS"/>
              </a:rPr>
              <a:t>es </a:t>
            </a:r>
            <a:r>
              <a:rPr lang="es-ES" spc="95" dirty="0">
                <a:latin typeface="Trebuchet MS"/>
                <a:cs typeface="Trebuchet MS"/>
              </a:rPr>
              <a:t>un </a:t>
            </a:r>
            <a:r>
              <a:rPr lang="es-ES" spc="100" dirty="0">
                <a:latin typeface="Trebuchet MS"/>
                <a:cs typeface="Trebuchet MS"/>
              </a:rPr>
              <a:t>acrónimo</a:t>
            </a:r>
            <a:r>
              <a:rPr lang="es-ES" spc="140" dirty="0">
                <a:latin typeface="Trebuchet MS"/>
                <a:cs typeface="Trebuchet MS"/>
              </a:rPr>
              <a:t> </a:t>
            </a:r>
            <a:r>
              <a:rPr lang="es-ES" spc="-75" dirty="0">
                <a:latin typeface="Trebuchet MS"/>
                <a:cs typeface="Trebuchet MS"/>
              </a:rPr>
              <a:t>de:</a:t>
            </a:r>
            <a:endParaRPr lang="es-ES" dirty="0">
              <a:latin typeface="Trebuchet MS"/>
              <a:cs typeface="Trebuchet MS"/>
            </a:endParaRPr>
          </a:p>
          <a:p>
            <a:pPr marL="469265" marR="503555" indent="-457200" algn="just">
              <a:lnSpc>
                <a:spcPct val="180600"/>
              </a:lnSpc>
              <a:spcBef>
                <a:spcPts val="1560"/>
              </a:spcBef>
              <a:buClr>
                <a:schemeClr val="accent6">
                  <a:lumMod val="50000"/>
                </a:schemeClr>
              </a:buClr>
              <a:buFont typeface="Wingdings" panose="05000000000000000000" pitchFamily="2" charset="2"/>
              <a:buChar char="§"/>
            </a:pPr>
            <a:r>
              <a:rPr lang="es-ES" b="1" spc="140" dirty="0" err="1">
                <a:latin typeface="Trebuchet MS"/>
                <a:cs typeface="Trebuchet MS"/>
              </a:rPr>
              <a:t>Spoofing</a:t>
            </a:r>
            <a:r>
              <a:rPr lang="es-ES" b="1" spc="140" dirty="0">
                <a:latin typeface="Trebuchet MS"/>
                <a:cs typeface="Trebuchet MS"/>
              </a:rPr>
              <a:t> </a:t>
            </a:r>
            <a:r>
              <a:rPr lang="es-ES" b="1" spc="15" dirty="0" err="1">
                <a:latin typeface="Trebuchet MS"/>
                <a:cs typeface="Trebuchet MS"/>
              </a:rPr>
              <a:t>Identity</a:t>
            </a:r>
            <a:r>
              <a:rPr lang="es-ES" spc="15" dirty="0">
                <a:latin typeface="Trebuchet MS"/>
                <a:cs typeface="Trebuchet MS"/>
              </a:rPr>
              <a:t>: </a:t>
            </a:r>
            <a:r>
              <a:rPr lang="es-ES" spc="140" dirty="0">
                <a:latin typeface="Trebuchet MS"/>
                <a:cs typeface="Trebuchet MS"/>
              </a:rPr>
              <a:t>Suplantar </a:t>
            </a:r>
            <a:r>
              <a:rPr lang="es-ES" spc="65" dirty="0">
                <a:latin typeface="Trebuchet MS"/>
                <a:cs typeface="Trebuchet MS"/>
              </a:rPr>
              <a:t>la </a:t>
            </a:r>
            <a:r>
              <a:rPr lang="es-ES" spc="55" dirty="0">
                <a:latin typeface="Trebuchet MS"/>
                <a:cs typeface="Trebuchet MS"/>
              </a:rPr>
              <a:t>identidad </a:t>
            </a:r>
            <a:r>
              <a:rPr lang="es-ES" spc="25" dirty="0">
                <a:latin typeface="Trebuchet MS"/>
                <a:cs typeface="Trebuchet MS"/>
              </a:rPr>
              <a:t>de </a:t>
            </a:r>
            <a:r>
              <a:rPr lang="es-ES" spc="105" dirty="0">
                <a:latin typeface="Trebuchet MS"/>
                <a:cs typeface="Trebuchet MS"/>
              </a:rPr>
              <a:t>otro </a:t>
            </a:r>
            <a:r>
              <a:rPr lang="es-ES" spc="140" dirty="0">
                <a:latin typeface="Trebuchet MS"/>
                <a:cs typeface="Trebuchet MS"/>
              </a:rPr>
              <a:t>usuario </a:t>
            </a:r>
            <a:r>
              <a:rPr lang="es-ES" spc="130" dirty="0">
                <a:latin typeface="Trebuchet MS"/>
                <a:cs typeface="Trebuchet MS"/>
              </a:rPr>
              <a:t>o </a:t>
            </a:r>
            <a:r>
              <a:rPr lang="es-ES" spc="50" dirty="0">
                <a:latin typeface="Trebuchet MS"/>
                <a:cs typeface="Trebuchet MS"/>
              </a:rPr>
              <a:t>servicio.  </a:t>
            </a:r>
            <a:endParaRPr lang="es-ES" spc="50" dirty="0" smtClean="0">
              <a:latin typeface="Trebuchet MS"/>
              <a:cs typeface="Trebuchet MS"/>
            </a:endParaRPr>
          </a:p>
          <a:p>
            <a:pPr marL="469265" marR="503555" indent="-457200" algn="just">
              <a:lnSpc>
                <a:spcPct val="180600"/>
              </a:lnSpc>
              <a:spcBef>
                <a:spcPts val="1560"/>
              </a:spcBef>
              <a:buClr>
                <a:schemeClr val="accent6">
                  <a:lumMod val="50000"/>
                </a:schemeClr>
              </a:buClr>
              <a:buFont typeface="Wingdings" panose="05000000000000000000" pitchFamily="2" charset="2"/>
              <a:buChar char="§"/>
            </a:pPr>
            <a:r>
              <a:rPr lang="es-ES" b="1" spc="90" dirty="0" err="1" smtClean="0">
                <a:latin typeface="Trebuchet MS"/>
                <a:cs typeface="Trebuchet MS"/>
              </a:rPr>
              <a:t>Tampering</a:t>
            </a:r>
            <a:r>
              <a:rPr lang="es-ES" b="1" spc="90" dirty="0" smtClean="0">
                <a:latin typeface="Trebuchet MS"/>
                <a:cs typeface="Trebuchet MS"/>
              </a:rPr>
              <a:t> </a:t>
            </a:r>
            <a:r>
              <a:rPr lang="es-ES" b="1" spc="75" dirty="0" err="1">
                <a:latin typeface="Trebuchet MS"/>
                <a:cs typeface="Trebuchet MS"/>
              </a:rPr>
              <a:t>with</a:t>
            </a:r>
            <a:r>
              <a:rPr lang="es-ES" b="1" spc="75" dirty="0">
                <a:latin typeface="Trebuchet MS"/>
                <a:cs typeface="Trebuchet MS"/>
              </a:rPr>
              <a:t> Data</a:t>
            </a:r>
            <a:r>
              <a:rPr lang="es-ES" spc="75" dirty="0">
                <a:latin typeface="Trebuchet MS"/>
                <a:cs typeface="Trebuchet MS"/>
              </a:rPr>
              <a:t>: </a:t>
            </a:r>
            <a:r>
              <a:rPr lang="es-ES" spc="110" dirty="0">
                <a:latin typeface="Trebuchet MS"/>
                <a:cs typeface="Trebuchet MS"/>
              </a:rPr>
              <a:t>Modificar </a:t>
            </a:r>
            <a:r>
              <a:rPr lang="es-ES" spc="65" dirty="0">
                <a:latin typeface="Trebuchet MS"/>
                <a:cs typeface="Trebuchet MS"/>
              </a:rPr>
              <a:t>maliciosamente </a:t>
            </a:r>
            <a:r>
              <a:rPr lang="es-ES" spc="155" dirty="0">
                <a:latin typeface="Trebuchet MS"/>
                <a:cs typeface="Trebuchet MS"/>
              </a:rPr>
              <a:t>datos </a:t>
            </a:r>
            <a:r>
              <a:rPr lang="es-ES" spc="80" dirty="0">
                <a:latin typeface="Trebuchet MS"/>
                <a:cs typeface="Trebuchet MS"/>
              </a:rPr>
              <a:t>almacenados.  </a:t>
            </a:r>
            <a:endParaRPr lang="es-ES" spc="80" dirty="0" smtClean="0">
              <a:latin typeface="Trebuchet MS"/>
              <a:cs typeface="Trebuchet MS"/>
            </a:endParaRPr>
          </a:p>
          <a:p>
            <a:pPr marL="469265" marR="503555" indent="-457200" algn="just">
              <a:lnSpc>
                <a:spcPct val="180600"/>
              </a:lnSpc>
              <a:spcBef>
                <a:spcPts val="1560"/>
              </a:spcBef>
              <a:buClr>
                <a:schemeClr val="accent6">
                  <a:lumMod val="50000"/>
                </a:schemeClr>
              </a:buClr>
              <a:buFont typeface="Wingdings" panose="05000000000000000000" pitchFamily="2" charset="2"/>
              <a:buChar char="§"/>
            </a:pPr>
            <a:r>
              <a:rPr lang="es-ES" b="1" spc="50" dirty="0" err="1" smtClean="0">
                <a:latin typeface="Trebuchet MS"/>
                <a:cs typeface="Trebuchet MS"/>
              </a:rPr>
              <a:t>Repudiation</a:t>
            </a:r>
            <a:r>
              <a:rPr lang="es-ES" spc="50" dirty="0">
                <a:latin typeface="Trebuchet MS"/>
                <a:cs typeface="Trebuchet MS"/>
              </a:rPr>
              <a:t>: </a:t>
            </a:r>
            <a:r>
              <a:rPr lang="es-ES" spc="70" dirty="0">
                <a:latin typeface="Trebuchet MS"/>
                <a:cs typeface="Trebuchet MS"/>
              </a:rPr>
              <a:t>Imposibilidad </a:t>
            </a:r>
            <a:r>
              <a:rPr lang="es-ES" spc="25" dirty="0">
                <a:latin typeface="Trebuchet MS"/>
                <a:cs typeface="Trebuchet MS"/>
              </a:rPr>
              <a:t>de </a:t>
            </a:r>
            <a:r>
              <a:rPr lang="es-ES" spc="40" dirty="0">
                <a:latin typeface="Trebuchet MS"/>
                <a:cs typeface="Trebuchet MS"/>
              </a:rPr>
              <a:t>identificar </a:t>
            </a:r>
            <a:r>
              <a:rPr lang="es-ES" spc="-50" dirty="0">
                <a:latin typeface="Trebuchet MS"/>
                <a:cs typeface="Trebuchet MS"/>
              </a:rPr>
              <a:t>el </a:t>
            </a:r>
            <a:r>
              <a:rPr lang="es-ES" spc="120" dirty="0">
                <a:latin typeface="Trebuchet MS"/>
                <a:cs typeface="Trebuchet MS"/>
              </a:rPr>
              <a:t>autor </a:t>
            </a:r>
            <a:r>
              <a:rPr lang="es-ES" spc="25" dirty="0">
                <a:latin typeface="Trebuchet MS"/>
                <a:cs typeface="Trebuchet MS"/>
              </a:rPr>
              <a:t>de </a:t>
            </a:r>
            <a:r>
              <a:rPr lang="es-ES" spc="130" dirty="0">
                <a:latin typeface="Trebuchet MS"/>
                <a:cs typeface="Trebuchet MS"/>
              </a:rPr>
              <a:t>una</a:t>
            </a:r>
            <a:r>
              <a:rPr lang="es-ES" spc="515" dirty="0">
                <a:latin typeface="Trebuchet MS"/>
                <a:cs typeface="Trebuchet MS"/>
              </a:rPr>
              <a:t> </a:t>
            </a:r>
            <a:r>
              <a:rPr lang="es-ES" spc="25" dirty="0">
                <a:latin typeface="Trebuchet MS"/>
                <a:cs typeface="Trebuchet MS"/>
              </a:rPr>
              <a:t>acción.</a:t>
            </a:r>
            <a:endParaRPr lang="es-ES" dirty="0">
              <a:latin typeface="Trebuchet MS"/>
              <a:cs typeface="Trebuchet MS"/>
            </a:endParaRPr>
          </a:p>
          <a:p>
            <a:pPr marL="241300" marR="5080" indent="-457200" algn="just">
              <a:lnSpc>
                <a:spcPct val="180600"/>
              </a:lnSpc>
              <a:buClr>
                <a:schemeClr val="accent6">
                  <a:lumMod val="50000"/>
                </a:schemeClr>
              </a:buClr>
              <a:buFont typeface="Wingdings" panose="05000000000000000000" pitchFamily="2" charset="2"/>
              <a:buChar char="§"/>
            </a:pPr>
            <a:r>
              <a:rPr lang="es-ES" b="1" spc="85" dirty="0">
                <a:latin typeface="Trebuchet MS"/>
                <a:cs typeface="Trebuchet MS"/>
              </a:rPr>
              <a:t>Information </a:t>
            </a:r>
            <a:r>
              <a:rPr lang="es-ES" b="1" spc="90" dirty="0" err="1">
                <a:latin typeface="Trebuchet MS"/>
                <a:cs typeface="Trebuchet MS"/>
              </a:rPr>
              <a:t>Disclosure</a:t>
            </a:r>
            <a:r>
              <a:rPr lang="es-ES" spc="90" dirty="0">
                <a:latin typeface="Trebuchet MS"/>
                <a:cs typeface="Trebuchet MS"/>
              </a:rPr>
              <a:t>: </a:t>
            </a:r>
            <a:r>
              <a:rPr lang="es-ES" spc="130" dirty="0">
                <a:latin typeface="Trebuchet MS"/>
                <a:cs typeface="Trebuchet MS"/>
              </a:rPr>
              <a:t>Divulgar </a:t>
            </a:r>
            <a:r>
              <a:rPr lang="es-ES" spc="75" dirty="0">
                <a:latin typeface="Trebuchet MS"/>
                <a:cs typeface="Trebuchet MS"/>
              </a:rPr>
              <a:t>información </a:t>
            </a:r>
            <a:r>
              <a:rPr lang="es-ES" spc="195" dirty="0">
                <a:latin typeface="Trebuchet MS"/>
                <a:cs typeface="Trebuchet MS"/>
              </a:rPr>
              <a:t>a </a:t>
            </a:r>
            <a:r>
              <a:rPr lang="es-ES" spc="160" dirty="0">
                <a:latin typeface="Trebuchet MS"/>
                <a:cs typeface="Trebuchet MS"/>
              </a:rPr>
              <a:t>usuarios </a:t>
            </a:r>
            <a:r>
              <a:rPr lang="es-ES" spc="110" dirty="0">
                <a:latin typeface="Trebuchet MS"/>
                <a:cs typeface="Trebuchet MS"/>
              </a:rPr>
              <a:t>no </a:t>
            </a:r>
            <a:r>
              <a:rPr lang="es-ES" spc="100" dirty="0">
                <a:latin typeface="Trebuchet MS"/>
                <a:cs typeface="Trebuchet MS"/>
              </a:rPr>
              <a:t>autorizados.  </a:t>
            </a:r>
            <a:endParaRPr lang="es-ES" spc="100" dirty="0" smtClean="0">
              <a:latin typeface="Trebuchet MS"/>
              <a:cs typeface="Trebuchet MS"/>
            </a:endParaRPr>
          </a:p>
          <a:p>
            <a:pPr marL="241300" marR="5080" indent="-457200" algn="just">
              <a:lnSpc>
                <a:spcPct val="180600"/>
              </a:lnSpc>
              <a:buClr>
                <a:schemeClr val="accent6">
                  <a:lumMod val="50000"/>
                </a:schemeClr>
              </a:buClr>
              <a:buFont typeface="Wingdings" panose="05000000000000000000" pitchFamily="2" charset="2"/>
              <a:buChar char="§"/>
            </a:pPr>
            <a:r>
              <a:rPr lang="es-ES" b="1" spc="75" dirty="0" err="1" smtClean="0">
                <a:latin typeface="Trebuchet MS"/>
                <a:cs typeface="Trebuchet MS"/>
              </a:rPr>
              <a:t>Denial</a:t>
            </a:r>
            <a:r>
              <a:rPr lang="es-ES" b="1" spc="75" dirty="0" smtClean="0">
                <a:latin typeface="Trebuchet MS"/>
                <a:cs typeface="Trebuchet MS"/>
              </a:rPr>
              <a:t> </a:t>
            </a:r>
            <a:r>
              <a:rPr lang="es-ES" b="1" spc="85" dirty="0">
                <a:latin typeface="Trebuchet MS"/>
                <a:cs typeface="Trebuchet MS"/>
              </a:rPr>
              <a:t>of </a:t>
            </a:r>
            <a:r>
              <a:rPr lang="es-ES" b="1" spc="65" dirty="0">
                <a:latin typeface="Trebuchet MS"/>
                <a:cs typeface="Trebuchet MS"/>
              </a:rPr>
              <a:t>Service</a:t>
            </a:r>
            <a:r>
              <a:rPr lang="es-ES" spc="65" dirty="0">
                <a:latin typeface="Trebuchet MS"/>
                <a:cs typeface="Trebuchet MS"/>
              </a:rPr>
              <a:t>: </a:t>
            </a:r>
            <a:r>
              <a:rPr lang="es-ES" spc="165" dirty="0">
                <a:latin typeface="Trebuchet MS"/>
                <a:cs typeface="Trebuchet MS"/>
              </a:rPr>
              <a:t>Provocar </a:t>
            </a:r>
            <a:r>
              <a:rPr lang="es-ES" spc="50" dirty="0">
                <a:latin typeface="Trebuchet MS"/>
                <a:cs typeface="Trebuchet MS"/>
              </a:rPr>
              <a:t>que </a:t>
            </a:r>
            <a:r>
              <a:rPr lang="es-ES" spc="95" dirty="0">
                <a:latin typeface="Trebuchet MS"/>
                <a:cs typeface="Trebuchet MS"/>
              </a:rPr>
              <a:t>un servicio </a:t>
            </a:r>
            <a:r>
              <a:rPr lang="es-ES" spc="-40" dirty="0">
                <a:latin typeface="Trebuchet MS"/>
                <a:cs typeface="Trebuchet MS"/>
              </a:rPr>
              <a:t>deje </a:t>
            </a:r>
            <a:r>
              <a:rPr lang="es-ES" spc="25" dirty="0">
                <a:latin typeface="Trebuchet MS"/>
                <a:cs typeface="Trebuchet MS"/>
              </a:rPr>
              <a:t>de</a:t>
            </a:r>
            <a:r>
              <a:rPr lang="es-ES" spc="325" dirty="0">
                <a:latin typeface="Trebuchet MS"/>
                <a:cs typeface="Trebuchet MS"/>
              </a:rPr>
              <a:t> </a:t>
            </a:r>
            <a:r>
              <a:rPr lang="es-ES" spc="50" dirty="0">
                <a:latin typeface="Trebuchet MS"/>
                <a:cs typeface="Trebuchet MS"/>
              </a:rPr>
              <a:t>funcionar.</a:t>
            </a:r>
            <a:endParaRPr lang="es-ES" dirty="0">
              <a:latin typeface="Trebuchet MS"/>
              <a:cs typeface="Trebuchet MS"/>
            </a:endParaRPr>
          </a:p>
          <a:p>
            <a:pPr marL="241300" indent="-457200" algn="just">
              <a:lnSpc>
                <a:spcPct val="100000"/>
              </a:lnSpc>
              <a:spcBef>
                <a:spcPts val="1735"/>
              </a:spcBef>
              <a:buClr>
                <a:schemeClr val="accent6">
                  <a:lumMod val="50000"/>
                </a:schemeClr>
              </a:buClr>
              <a:buFont typeface="Wingdings" panose="05000000000000000000" pitchFamily="2" charset="2"/>
              <a:buChar char="§"/>
            </a:pPr>
            <a:r>
              <a:rPr lang="es-ES" b="1" spc="85" dirty="0" err="1">
                <a:latin typeface="Trebuchet MS"/>
                <a:cs typeface="Trebuchet MS"/>
              </a:rPr>
              <a:t>Elevation</a:t>
            </a:r>
            <a:r>
              <a:rPr lang="es-ES" b="1" spc="85" dirty="0">
                <a:latin typeface="Trebuchet MS"/>
                <a:cs typeface="Trebuchet MS"/>
              </a:rPr>
              <a:t> of </a:t>
            </a:r>
            <a:r>
              <a:rPr lang="es-ES" b="1" spc="15" dirty="0" err="1">
                <a:latin typeface="Trebuchet MS"/>
                <a:cs typeface="Trebuchet MS"/>
              </a:rPr>
              <a:t>privilege</a:t>
            </a:r>
            <a:r>
              <a:rPr lang="es-ES" spc="15" dirty="0">
                <a:latin typeface="Trebuchet MS"/>
                <a:cs typeface="Trebuchet MS"/>
              </a:rPr>
              <a:t>: </a:t>
            </a:r>
            <a:r>
              <a:rPr lang="es-ES" spc="114" dirty="0">
                <a:latin typeface="Trebuchet MS"/>
                <a:cs typeface="Trebuchet MS"/>
              </a:rPr>
              <a:t>Conseguir </a:t>
            </a:r>
            <a:r>
              <a:rPr lang="es-ES" spc="80" dirty="0">
                <a:latin typeface="Trebuchet MS"/>
                <a:cs typeface="Trebuchet MS"/>
              </a:rPr>
              <a:t>privilegios </a:t>
            </a:r>
            <a:r>
              <a:rPr lang="es-ES" spc="150" dirty="0">
                <a:latin typeface="Trebuchet MS"/>
                <a:cs typeface="Trebuchet MS"/>
              </a:rPr>
              <a:t>mayores </a:t>
            </a:r>
            <a:r>
              <a:rPr lang="es-ES" spc="195" dirty="0">
                <a:latin typeface="Trebuchet MS"/>
                <a:cs typeface="Trebuchet MS"/>
              </a:rPr>
              <a:t>a </a:t>
            </a:r>
            <a:r>
              <a:rPr lang="es-ES" spc="135" dirty="0">
                <a:latin typeface="Trebuchet MS"/>
                <a:cs typeface="Trebuchet MS"/>
              </a:rPr>
              <a:t>los</a:t>
            </a:r>
            <a:r>
              <a:rPr lang="es-ES" spc="560" dirty="0">
                <a:latin typeface="Trebuchet MS"/>
                <a:cs typeface="Trebuchet MS"/>
              </a:rPr>
              <a:t> </a:t>
            </a:r>
            <a:r>
              <a:rPr lang="es-ES" spc="170" dirty="0">
                <a:latin typeface="Trebuchet MS"/>
                <a:cs typeface="Trebuchet MS"/>
              </a:rPr>
              <a:t>asignados</a:t>
            </a:r>
            <a:endParaRPr lang="es-ES" dirty="0">
              <a:latin typeface="Trebuchet MS"/>
              <a:cs typeface="Trebuchet MS"/>
            </a:endParaRPr>
          </a:p>
          <a:p>
            <a:pPr>
              <a:buClr>
                <a:schemeClr val="accent6">
                  <a:lumMod val="50000"/>
                </a:schemeClr>
              </a:buClr>
              <a:buFont typeface="Wingdings" panose="05000000000000000000" pitchFamily="2" charset="2"/>
              <a:buChar char="§"/>
            </a:pPr>
            <a:endParaRPr lang="es-ES" dirty="0"/>
          </a:p>
        </p:txBody>
      </p:sp>
    </p:spTree>
    <p:extLst>
      <p:ext uri="{BB962C8B-B14F-4D97-AF65-F5344CB8AC3E}">
        <p14:creationId xmlns:p14="http://schemas.microsoft.com/office/powerpoint/2010/main" val="1542357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 en el Diseño</a:t>
            </a:r>
          </a:p>
        </p:txBody>
      </p:sp>
      <p:sp>
        <p:nvSpPr>
          <p:cNvPr id="3" name="Marcador de contenido 2"/>
          <p:cNvSpPr>
            <a:spLocks noGrp="1"/>
          </p:cNvSpPr>
          <p:nvPr>
            <p:ph idx="1"/>
          </p:nvPr>
        </p:nvSpPr>
        <p:spPr>
          <a:xfrm>
            <a:off x="655320" y="1594779"/>
            <a:ext cx="10515600" cy="4351338"/>
          </a:xfrm>
        </p:spPr>
        <p:txBody>
          <a:bodyPr/>
          <a:lstStyle/>
          <a:p>
            <a:r>
              <a:rPr lang="es-ES" spc="130" dirty="0">
                <a:latin typeface="Trebuchet MS"/>
                <a:cs typeface="Trebuchet MS"/>
              </a:rPr>
              <a:t>Árboles </a:t>
            </a:r>
            <a:r>
              <a:rPr lang="es-ES" spc="30" dirty="0">
                <a:latin typeface="Trebuchet MS"/>
                <a:cs typeface="Trebuchet MS"/>
              </a:rPr>
              <a:t>de</a:t>
            </a:r>
            <a:r>
              <a:rPr lang="es-ES" spc="155" dirty="0">
                <a:latin typeface="Trebuchet MS"/>
                <a:cs typeface="Trebuchet MS"/>
              </a:rPr>
              <a:t> </a:t>
            </a:r>
            <a:r>
              <a:rPr lang="es-ES" spc="105" dirty="0">
                <a:latin typeface="Trebuchet MS"/>
                <a:cs typeface="Trebuchet MS"/>
              </a:rPr>
              <a:t>ataque</a:t>
            </a:r>
            <a:endParaRPr lang="es-ES" dirty="0">
              <a:latin typeface="Trebuchet MS"/>
              <a:cs typeface="Trebuchet MS"/>
            </a:endParaRPr>
          </a:p>
          <a:p>
            <a:endParaRPr lang="es-ES" dirty="0"/>
          </a:p>
        </p:txBody>
      </p:sp>
      <p:sp>
        <p:nvSpPr>
          <p:cNvPr id="4" name="object 6"/>
          <p:cNvSpPr/>
          <p:nvPr/>
        </p:nvSpPr>
        <p:spPr>
          <a:xfrm>
            <a:off x="2532890" y="2822624"/>
            <a:ext cx="7272655" cy="650240"/>
          </a:xfrm>
          <a:custGeom>
            <a:avLst/>
            <a:gdLst/>
            <a:ahLst/>
            <a:cxnLst/>
            <a:rect l="l" t="t" r="r" b="b"/>
            <a:pathLst>
              <a:path w="7272655" h="650239">
                <a:moveTo>
                  <a:pt x="3672078" y="0"/>
                </a:moveTo>
                <a:lnTo>
                  <a:pt x="0" y="649986"/>
                </a:lnTo>
              </a:path>
              <a:path w="7272655" h="650239">
                <a:moveTo>
                  <a:pt x="1871471" y="649986"/>
                </a:moveTo>
                <a:lnTo>
                  <a:pt x="3672078" y="0"/>
                </a:lnTo>
              </a:path>
              <a:path w="7272655" h="650239">
                <a:moveTo>
                  <a:pt x="3672078" y="649986"/>
                </a:moveTo>
                <a:lnTo>
                  <a:pt x="3672078" y="0"/>
                </a:lnTo>
                <a:lnTo>
                  <a:pt x="5543537" y="649985"/>
                </a:lnTo>
              </a:path>
              <a:path w="7272655" h="650239">
                <a:moveTo>
                  <a:pt x="3672078" y="0"/>
                </a:moveTo>
                <a:lnTo>
                  <a:pt x="7272515" y="649985"/>
                </a:lnTo>
              </a:path>
            </a:pathLst>
          </a:custGeom>
          <a:ln w="25400">
            <a:solidFill>
              <a:srgbClr val="FFFF00"/>
            </a:solidFill>
          </a:ln>
        </p:spPr>
        <p:txBody>
          <a:bodyPr wrap="square" lIns="0" tIns="0" rIns="0" bIns="0" rtlCol="0"/>
          <a:lstStyle/>
          <a:p>
            <a:endParaRPr/>
          </a:p>
        </p:txBody>
      </p:sp>
      <p:sp>
        <p:nvSpPr>
          <p:cNvPr id="5" name="object 7"/>
          <p:cNvSpPr/>
          <p:nvPr/>
        </p:nvSpPr>
        <p:spPr>
          <a:xfrm>
            <a:off x="3396998" y="4479974"/>
            <a:ext cx="1800225" cy="647700"/>
          </a:xfrm>
          <a:custGeom>
            <a:avLst/>
            <a:gdLst/>
            <a:ahLst/>
            <a:cxnLst/>
            <a:rect l="l" t="t" r="r" b="b"/>
            <a:pathLst>
              <a:path w="1800225" h="647700">
                <a:moveTo>
                  <a:pt x="936497" y="0"/>
                </a:moveTo>
                <a:lnTo>
                  <a:pt x="0" y="647700"/>
                </a:lnTo>
              </a:path>
              <a:path w="1800225" h="647700">
                <a:moveTo>
                  <a:pt x="936497" y="0"/>
                </a:moveTo>
                <a:lnTo>
                  <a:pt x="1799843" y="647700"/>
                </a:lnTo>
              </a:path>
            </a:pathLst>
          </a:custGeom>
          <a:ln w="25400">
            <a:solidFill>
              <a:srgbClr val="FFFF00"/>
            </a:solidFill>
          </a:ln>
        </p:spPr>
        <p:txBody>
          <a:bodyPr wrap="square" lIns="0" tIns="0" rIns="0" bIns="0" rtlCol="0"/>
          <a:lstStyle/>
          <a:p>
            <a:endParaRPr/>
          </a:p>
        </p:txBody>
      </p:sp>
      <p:sp>
        <p:nvSpPr>
          <p:cNvPr id="6" name="object 8"/>
          <p:cNvSpPr/>
          <p:nvPr/>
        </p:nvSpPr>
        <p:spPr>
          <a:xfrm>
            <a:off x="7213094" y="4479974"/>
            <a:ext cx="1729105" cy="647700"/>
          </a:xfrm>
          <a:custGeom>
            <a:avLst/>
            <a:gdLst/>
            <a:ahLst/>
            <a:cxnLst/>
            <a:rect l="l" t="t" r="r" b="b"/>
            <a:pathLst>
              <a:path w="1729104" h="647700">
                <a:moveTo>
                  <a:pt x="791705" y="0"/>
                </a:moveTo>
                <a:lnTo>
                  <a:pt x="0" y="647700"/>
                </a:lnTo>
              </a:path>
              <a:path w="1729104" h="647700">
                <a:moveTo>
                  <a:pt x="1728977" y="647700"/>
                </a:moveTo>
                <a:lnTo>
                  <a:pt x="791705" y="0"/>
                </a:lnTo>
              </a:path>
            </a:pathLst>
          </a:custGeom>
          <a:ln w="25400">
            <a:solidFill>
              <a:srgbClr val="FFFF00"/>
            </a:solidFill>
          </a:ln>
        </p:spPr>
        <p:txBody>
          <a:bodyPr wrap="square" lIns="0" tIns="0" rIns="0" bIns="0" rtlCol="0"/>
          <a:lstStyle/>
          <a:p>
            <a:endParaRPr/>
          </a:p>
        </p:txBody>
      </p:sp>
      <p:sp>
        <p:nvSpPr>
          <p:cNvPr id="7" name="object 9"/>
          <p:cNvSpPr txBox="1"/>
          <p:nvPr/>
        </p:nvSpPr>
        <p:spPr>
          <a:xfrm>
            <a:off x="1684022" y="3477181"/>
            <a:ext cx="1644650" cy="988060"/>
          </a:xfrm>
          <a:prstGeom prst="rect">
            <a:avLst/>
          </a:prstGeom>
          <a:solidFill>
            <a:schemeClr val="accent2"/>
          </a:solidFill>
          <a:ln w="3175">
            <a:solidFill>
              <a:srgbClr val="FFFF00"/>
            </a:solidFill>
          </a:ln>
        </p:spPr>
        <p:txBody>
          <a:bodyPr vert="horz" wrap="square" lIns="0" tIns="5715" rIns="0" bIns="0" rtlCol="0">
            <a:spAutoFit/>
          </a:bodyPr>
          <a:lstStyle/>
          <a:p>
            <a:pPr>
              <a:lnSpc>
                <a:spcPct val="100000"/>
              </a:lnSpc>
              <a:spcBef>
                <a:spcPts val="45"/>
              </a:spcBef>
            </a:pPr>
            <a:endParaRPr sz="1350" dirty="0">
              <a:latin typeface="Times New Roman"/>
              <a:cs typeface="Times New Roman"/>
            </a:endParaRPr>
          </a:p>
          <a:p>
            <a:pPr algn="ctr">
              <a:lnSpc>
                <a:spcPct val="100000"/>
              </a:lnSpc>
              <a:spcBef>
                <a:spcPts val="5"/>
              </a:spcBef>
            </a:pPr>
            <a:r>
              <a:rPr sz="1200" b="1" spc="-5" dirty="0">
                <a:latin typeface="Arial"/>
                <a:cs typeface="Arial"/>
              </a:rPr>
              <a:t>1.1</a:t>
            </a:r>
            <a:endParaRPr sz="1200" dirty="0">
              <a:latin typeface="Arial"/>
              <a:cs typeface="Arial"/>
            </a:endParaRPr>
          </a:p>
          <a:p>
            <a:pPr marL="143510" marR="137160" algn="ctr">
              <a:lnSpc>
                <a:spcPct val="100000"/>
              </a:lnSpc>
              <a:spcBef>
                <a:spcPts val="5"/>
              </a:spcBef>
            </a:pPr>
            <a:r>
              <a:rPr sz="1200" spc="-5" dirty="0">
                <a:latin typeface="Arial"/>
                <a:cs typeface="Arial"/>
              </a:rPr>
              <a:t>El usuario tenía</a:t>
            </a:r>
            <a:r>
              <a:rPr sz="1200" spc="-60" dirty="0">
                <a:latin typeface="Arial"/>
                <a:cs typeface="Arial"/>
              </a:rPr>
              <a:t> </a:t>
            </a:r>
            <a:r>
              <a:rPr sz="1200" spc="-10" dirty="0">
                <a:latin typeface="Arial"/>
                <a:cs typeface="Arial"/>
              </a:rPr>
              <a:t>una  </a:t>
            </a:r>
            <a:r>
              <a:rPr sz="1200" spc="-5" dirty="0">
                <a:latin typeface="Arial"/>
                <a:cs typeface="Arial"/>
              </a:rPr>
              <a:t>contraseña</a:t>
            </a:r>
            <a:r>
              <a:rPr sz="1200" spc="-20" dirty="0">
                <a:latin typeface="Arial"/>
                <a:cs typeface="Arial"/>
              </a:rPr>
              <a:t> </a:t>
            </a:r>
            <a:r>
              <a:rPr sz="1200" spc="-10" dirty="0">
                <a:latin typeface="Arial"/>
                <a:cs typeface="Arial"/>
              </a:rPr>
              <a:t>débil</a:t>
            </a:r>
            <a:endParaRPr sz="1200" dirty="0">
              <a:latin typeface="Arial"/>
              <a:cs typeface="Arial"/>
            </a:endParaRPr>
          </a:p>
        </p:txBody>
      </p:sp>
      <p:sp>
        <p:nvSpPr>
          <p:cNvPr id="8" name="object 10"/>
          <p:cNvSpPr txBox="1"/>
          <p:nvPr/>
        </p:nvSpPr>
        <p:spPr>
          <a:xfrm>
            <a:off x="3557018" y="3477181"/>
            <a:ext cx="1644650" cy="988060"/>
          </a:xfrm>
          <a:prstGeom prst="rect">
            <a:avLst/>
          </a:prstGeom>
          <a:solidFill>
            <a:schemeClr val="accent2"/>
          </a:solidFill>
          <a:ln w="3175">
            <a:solidFill>
              <a:srgbClr val="FFFF00"/>
            </a:solidFill>
          </a:ln>
        </p:spPr>
        <p:txBody>
          <a:bodyPr vert="horz" wrap="square" lIns="0" tIns="111760" rIns="0" bIns="0" rtlCol="0">
            <a:spAutoFit/>
          </a:bodyPr>
          <a:lstStyle/>
          <a:p>
            <a:pPr algn="ctr">
              <a:lnSpc>
                <a:spcPct val="100000"/>
              </a:lnSpc>
              <a:spcBef>
                <a:spcPts val="880"/>
              </a:spcBef>
            </a:pPr>
            <a:r>
              <a:rPr sz="1200" b="1" spc="-5" dirty="0">
                <a:latin typeface="Arial"/>
                <a:cs typeface="Arial"/>
              </a:rPr>
              <a:t>1.2</a:t>
            </a:r>
            <a:endParaRPr sz="1200">
              <a:latin typeface="Arial"/>
              <a:cs typeface="Arial"/>
            </a:endParaRPr>
          </a:p>
          <a:p>
            <a:pPr marL="59055" marR="52069" algn="ctr">
              <a:lnSpc>
                <a:spcPct val="100000"/>
              </a:lnSpc>
            </a:pPr>
            <a:r>
              <a:rPr sz="1200" spc="-5" dirty="0">
                <a:latin typeface="Arial"/>
                <a:cs typeface="Arial"/>
              </a:rPr>
              <a:t>El atacante </a:t>
            </a:r>
            <a:r>
              <a:rPr sz="1200" spc="-10" dirty="0">
                <a:latin typeface="Arial"/>
                <a:cs typeface="Arial"/>
              </a:rPr>
              <a:t>capturó  </a:t>
            </a:r>
            <a:r>
              <a:rPr sz="1200" spc="-5" dirty="0">
                <a:latin typeface="Arial"/>
                <a:cs typeface="Arial"/>
              </a:rPr>
              <a:t>datos de </a:t>
            </a:r>
            <a:r>
              <a:rPr sz="1200" spc="-10" dirty="0">
                <a:latin typeface="Arial"/>
                <a:cs typeface="Arial"/>
              </a:rPr>
              <a:t>autenticación  </a:t>
            </a:r>
            <a:r>
              <a:rPr sz="1200" spc="-5" dirty="0">
                <a:latin typeface="Arial"/>
                <a:cs typeface="Arial"/>
              </a:rPr>
              <a:t>de la</a:t>
            </a:r>
            <a:r>
              <a:rPr sz="1200" spc="-15" dirty="0">
                <a:latin typeface="Arial"/>
                <a:cs typeface="Arial"/>
              </a:rPr>
              <a:t> </a:t>
            </a:r>
            <a:r>
              <a:rPr sz="1200" spc="-5" dirty="0">
                <a:latin typeface="Arial"/>
                <a:cs typeface="Arial"/>
              </a:rPr>
              <a:t>red</a:t>
            </a:r>
            <a:endParaRPr sz="1200">
              <a:latin typeface="Arial"/>
              <a:cs typeface="Arial"/>
            </a:endParaRPr>
          </a:p>
        </p:txBody>
      </p:sp>
      <p:sp>
        <p:nvSpPr>
          <p:cNvPr id="9" name="object 11"/>
          <p:cNvSpPr txBox="1"/>
          <p:nvPr/>
        </p:nvSpPr>
        <p:spPr>
          <a:xfrm>
            <a:off x="5357624" y="3477181"/>
            <a:ext cx="1644650" cy="988060"/>
          </a:xfrm>
          <a:prstGeom prst="rect">
            <a:avLst/>
          </a:prstGeom>
          <a:solidFill>
            <a:schemeClr val="accent2"/>
          </a:solidFill>
          <a:ln w="3175">
            <a:solidFill>
              <a:srgbClr val="FFFF00"/>
            </a:solidFill>
          </a:ln>
        </p:spPr>
        <p:txBody>
          <a:bodyPr vert="horz" wrap="square" lIns="0" tIns="111760" rIns="0" bIns="0" rtlCol="0">
            <a:spAutoFit/>
          </a:bodyPr>
          <a:lstStyle/>
          <a:p>
            <a:pPr algn="ctr">
              <a:lnSpc>
                <a:spcPct val="100000"/>
              </a:lnSpc>
              <a:spcBef>
                <a:spcPts val="880"/>
              </a:spcBef>
            </a:pPr>
            <a:r>
              <a:rPr sz="1200" b="1" spc="-5" dirty="0">
                <a:latin typeface="Arial"/>
                <a:cs typeface="Arial"/>
              </a:rPr>
              <a:t>1.3</a:t>
            </a:r>
            <a:endParaRPr sz="1200" dirty="0">
              <a:latin typeface="Arial"/>
              <a:cs typeface="Arial"/>
            </a:endParaRPr>
          </a:p>
          <a:p>
            <a:pPr marL="55244" marR="48895" algn="ctr">
              <a:lnSpc>
                <a:spcPct val="100000"/>
              </a:lnSpc>
            </a:pPr>
            <a:r>
              <a:rPr sz="1200" spc="-5" dirty="0">
                <a:latin typeface="Arial"/>
                <a:cs typeface="Arial"/>
              </a:rPr>
              <a:t>El sistema permitió un  ataque de diccionario</a:t>
            </a:r>
            <a:r>
              <a:rPr sz="1200" spc="-75" dirty="0">
                <a:latin typeface="Arial"/>
                <a:cs typeface="Arial"/>
              </a:rPr>
              <a:t> </a:t>
            </a:r>
            <a:r>
              <a:rPr sz="1200" dirty="0">
                <a:latin typeface="Arial"/>
                <a:cs typeface="Arial"/>
              </a:rPr>
              <a:t>/  </a:t>
            </a:r>
            <a:r>
              <a:rPr sz="1200" spc="-5" dirty="0">
                <a:latin typeface="Arial"/>
                <a:cs typeface="Arial"/>
              </a:rPr>
              <a:t>fuerza</a:t>
            </a:r>
            <a:r>
              <a:rPr sz="1200" spc="-10" dirty="0">
                <a:latin typeface="Arial"/>
                <a:cs typeface="Arial"/>
              </a:rPr>
              <a:t> </a:t>
            </a:r>
            <a:r>
              <a:rPr sz="1200" spc="-5" dirty="0">
                <a:latin typeface="Arial"/>
                <a:cs typeface="Arial"/>
              </a:rPr>
              <a:t>bruta</a:t>
            </a:r>
            <a:endParaRPr sz="1200" dirty="0">
              <a:latin typeface="Arial"/>
              <a:cs typeface="Arial"/>
            </a:endParaRPr>
          </a:p>
        </p:txBody>
      </p:sp>
      <p:sp>
        <p:nvSpPr>
          <p:cNvPr id="10" name="object 12"/>
          <p:cNvSpPr txBox="1"/>
          <p:nvPr/>
        </p:nvSpPr>
        <p:spPr>
          <a:xfrm>
            <a:off x="7208522" y="3465751"/>
            <a:ext cx="1644650" cy="988060"/>
          </a:xfrm>
          <a:prstGeom prst="rect">
            <a:avLst/>
          </a:prstGeom>
          <a:solidFill>
            <a:schemeClr val="accent2"/>
          </a:solidFill>
          <a:ln w="3175">
            <a:solidFill>
              <a:srgbClr val="FFFF00"/>
            </a:solidFill>
          </a:ln>
        </p:spPr>
        <p:txBody>
          <a:bodyPr vert="horz" wrap="square" lIns="0" tIns="20320" rIns="0" bIns="0" rtlCol="0">
            <a:spAutoFit/>
          </a:bodyPr>
          <a:lstStyle/>
          <a:p>
            <a:pPr algn="ctr">
              <a:lnSpc>
                <a:spcPct val="100000"/>
              </a:lnSpc>
              <a:spcBef>
                <a:spcPts val="160"/>
              </a:spcBef>
            </a:pPr>
            <a:r>
              <a:rPr sz="1200" b="1" spc="-5" dirty="0">
                <a:latin typeface="Arial"/>
                <a:cs typeface="Arial"/>
              </a:rPr>
              <a:t>1.4</a:t>
            </a:r>
            <a:endParaRPr sz="1200">
              <a:latin typeface="Arial"/>
              <a:cs typeface="Arial"/>
            </a:endParaRPr>
          </a:p>
          <a:p>
            <a:pPr marL="271145" marR="264795" indent="-635" algn="ctr">
              <a:lnSpc>
                <a:spcPct val="100000"/>
              </a:lnSpc>
            </a:pPr>
            <a:r>
              <a:rPr sz="1200" spc="-5" dirty="0">
                <a:latin typeface="Arial"/>
                <a:cs typeface="Arial"/>
              </a:rPr>
              <a:t>El sistema </a:t>
            </a:r>
            <a:r>
              <a:rPr sz="1200" spc="-10" dirty="0">
                <a:latin typeface="Arial"/>
                <a:cs typeface="Arial"/>
              </a:rPr>
              <a:t>de  </a:t>
            </a:r>
            <a:r>
              <a:rPr sz="1200" spc="-5" dirty="0">
                <a:latin typeface="Arial"/>
                <a:cs typeface="Arial"/>
              </a:rPr>
              <a:t>validación </a:t>
            </a:r>
            <a:r>
              <a:rPr sz="1200" dirty="0">
                <a:latin typeface="Arial"/>
                <a:cs typeface="Arial"/>
              </a:rPr>
              <a:t>/  </a:t>
            </a:r>
            <a:r>
              <a:rPr sz="1200" spc="-5" dirty="0">
                <a:latin typeface="Arial"/>
                <a:cs typeface="Arial"/>
              </a:rPr>
              <a:t>autenticación</a:t>
            </a:r>
            <a:r>
              <a:rPr sz="1200" spc="-80" dirty="0">
                <a:latin typeface="Arial"/>
                <a:cs typeface="Arial"/>
              </a:rPr>
              <a:t> </a:t>
            </a:r>
            <a:r>
              <a:rPr sz="1200" spc="-10" dirty="0">
                <a:latin typeface="Arial"/>
                <a:cs typeface="Arial"/>
              </a:rPr>
              <a:t>es  defectuoso</a:t>
            </a:r>
            <a:endParaRPr sz="1200">
              <a:latin typeface="Arial"/>
              <a:cs typeface="Arial"/>
            </a:endParaRPr>
          </a:p>
        </p:txBody>
      </p:sp>
      <p:sp>
        <p:nvSpPr>
          <p:cNvPr id="11" name="object 13"/>
          <p:cNvSpPr txBox="1"/>
          <p:nvPr/>
        </p:nvSpPr>
        <p:spPr>
          <a:xfrm>
            <a:off x="9008354" y="3465751"/>
            <a:ext cx="1644650" cy="988060"/>
          </a:xfrm>
          <a:prstGeom prst="rect">
            <a:avLst/>
          </a:prstGeom>
          <a:solidFill>
            <a:schemeClr val="accent2"/>
          </a:solidFill>
          <a:ln w="3175">
            <a:solidFill>
              <a:srgbClr val="FFFF00"/>
            </a:solidFill>
          </a:ln>
        </p:spPr>
        <p:txBody>
          <a:bodyPr vert="horz" wrap="square" lIns="0" tIns="111760" rIns="0" bIns="0" rtlCol="0">
            <a:spAutoFit/>
          </a:bodyPr>
          <a:lstStyle/>
          <a:p>
            <a:pPr algn="ctr">
              <a:lnSpc>
                <a:spcPct val="100000"/>
              </a:lnSpc>
              <a:spcBef>
                <a:spcPts val="880"/>
              </a:spcBef>
            </a:pPr>
            <a:r>
              <a:rPr sz="1200" b="1" spc="-5" dirty="0">
                <a:latin typeface="Arial"/>
                <a:cs typeface="Arial"/>
              </a:rPr>
              <a:t>1.5</a:t>
            </a:r>
            <a:endParaRPr sz="1200" dirty="0">
              <a:latin typeface="Arial"/>
              <a:cs typeface="Arial"/>
            </a:endParaRPr>
          </a:p>
          <a:p>
            <a:pPr marL="101600" marR="95885" algn="ctr">
              <a:lnSpc>
                <a:spcPct val="100000"/>
              </a:lnSpc>
            </a:pPr>
            <a:r>
              <a:rPr sz="1200" spc="-5" dirty="0">
                <a:latin typeface="Arial"/>
                <a:cs typeface="Arial"/>
              </a:rPr>
              <a:t>El sistema </a:t>
            </a:r>
            <a:r>
              <a:rPr sz="1200" spc="-10" dirty="0">
                <a:latin typeface="Arial"/>
                <a:cs typeface="Arial"/>
              </a:rPr>
              <a:t>permite  </a:t>
            </a:r>
            <a:r>
              <a:rPr sz="1200" spc="-5" dirty="0">
                <a:latin typeface="Arial"/>
                <a:cs typeface="Arial"/>
              </a:rPr>
              <a:t>armar peticiones </a:t>
            </a:r>
            <a:r>
              <a:rPr sz="1200" spc="-10" dirty="0">
                <a:latin typeface="Arial"/>
                <a:cs typeface="Arial"/>
              </a:rPr>
              <a:t>con  </a:t>
            </a:r>
            <a:r>
              <a:rPr sz="1200" dirty="0">
                <a:latin typeface="Arial"/>
                <a:cs typeface="Arial"/>
              </a:rPr>
              <a:t>IDs </a:t>
            </a:r>
            <a:r>
              <a:rPr sz="1200" spc="-5" dirty="0">
                <a:latin typeface="Arial"/>
                <a:cs typeface="Arial"/>
              </a:rPr>
              <a:t>de </a:t>
            </a:r>
            <a:r>
              <a:rPr sz="1200" dirty="0">
                <a:latin typeface="Arial"/>
                <a:cs typeface="Arial"/>
              </a:rPr>
              <a:t>otros</a:t>
            </a:r>
            <a:r>
              <a:rPr sz="1200" spc="-65" dirty="0">
                <a:latin typeface="Arial"/>
                <a:cs typeface="Arial"/>
              </a:rPr>
              <a:t> </a:t>
            </a:r>
            <a:r>
              <a:rPr sz="1200" spc="-5" dirty="0">
                <a:latin typeface="Arial"/>
                <a:cs typeface="Arial"/>
              </a:rPr>
              <a:t>usuarios</a:t>
            </a:r>
            <a:endParaRPr sz="1200" dirty="0">
              <a:latin typeface="Arial"/>
              <a:cs typeface="Arial"/>
            </a:endParaRPr>
          </a:p>
        </p:txBody>
      </p:sp>
      <p:sp>
        <p:nvSpPr>
          <p:cNvPr id="12" name="object 14"/>
          <p:cNvSpPr txBox="1"/>
          <p:nvPr/>
        </p:nvSpPr>
        <p:spPr>
          <a:xfrm>
            <a:off x="2548892" y="5121578"/>
            <a:ext cx="1644650" cy="988060"/>
          </a:xfrm>
          <a:prstGeom prst="rect">
            <a:avLst/>
          </a:prstGeom>
          <a:solidFill>
            <a:srgbClr val="92D050"/>
          </a:solidFill>
          <a:ln w="3175">
            <a:solidFill>
              <a:srgbClr val="FFFF00"/>
            </a:solidFill>
          </a:ln>
        </p:spPr>
        <p:txBody>
          <a:bodyPr vert="horz" wrap="square" lIns="0" tIns="5715" rIns="0" bIns="0" rtlCol="0">
            <a:spAutoFit/>
          </a:bodyPr>
          <a:lstStyle/>
          <a:p>
            <a:pPr>
              <a:lnSpc>
                <a:spcPct val="100000"/>
              </a:lnSpc>
              <a:spcBef>
                <a:spcPts val="45"/>
              </a:spcBef>
            </a:pPr>
            <a:endParaRPr sz="1350" dirty="0">
              <a:latin typeface="Times New Roman"/>
              <a:cs typeface="Times New Roman"/>
            </a:endParaRPr>
          </a:p>
          <a:p>
            <a:pPr algn="ctr">
              <a:lnSpc>
                <a:spcPct val="100000"/>
              </a:lnSpc>
              <a:spcBef>
                <a:spcPts val="5"/>
              </a:spcBef>
            </a:pPr>
            <a:r>
              <a:rPr sz="1200" b="1" dirty="0">
                <a:latin typeface="Arial"/>
                <a:cs typeface="Arial"/>
              </a:rPr>
              <a:t>1.2.1</a:t>
            </a:r>
            <a:endParaRPr sz="1200" dirty="0">
              <a:latin typeface="Arial"/>
              <a:cs typeface="Arial"/>
            </a:endParaRPr>
          </a:p>
          <a:p>
            <a:pPr marL="143510" marR="138430" algn="ctr">
              <a:lnSpc>
                <a:spcPct val="100000"/>
              </a:lnSpc>
              <a:spcBef>
                <a:spcPts val="5"/>
              </a:spcBef>
            </a:pPr>
            <a:r>
              <a:rPr sz="1200" spc="-5" dirty="0">
                <a:latin typeface="Arial"/>
                <a:cs typeface="Arial"/>
              </a:rPr>
              <a:t>La comunicación</a:t>
            </a:r>
            <a:r>
              <a:rPr sz="1200" spc="-85" dirty="0">
                <a:latin typeface="Arial"/>
                <a:cs typeface="Arial"/>
              </a:rPr>
              <a:t> </a:t>
            </a:r>
            <a:r>
              <a:rPr sz="1200" spc="-10" dirty="0">
                <a:latin typeface="Arial"/>
                <a:cs typeface="Arial"/>
              </a:rPr>
              <a:t>no  </a:t>
            </a:r>
            <a:r>
              <a:rPr sz="1200" spc="-5" dirty="0">
                <a:latin typeface="Arial"/>
                <a:cs typeface="Arial"/>
              </a:rPr>
              <a:t>estaba</a:t>
            </a:r>
            <a:r>
              <a:rPr sz="1200" spc="-25" dirty="0">
                <a:latin typeface="Arial"/>
                <a:cs typeface="Arial"/>
              </a:rPr>
              <a:t> </a:t>
            </a:r>
            <a:r>
              <a:rPr sz="1200" spc="-10" dirty="0">
                <a:latin typeface="Arial"/>
                <a:cs typeface="Arial"/>
              </a:rPr>
              <a:t>encriptada</a:t>
            </a:r>
            <a:endParaRPr sz="1200" dirty="0">
              <a:latin typeface="Arial"/>
              <a:cs typeface="Arial"/>
            </a:endParaRPr>
          </a:p>
        </p:txBody>
      </p:sp>
      <p:sp>
        <p:nvSpPr>
          <p:cNvPr id="13" name="object 15"/>
          <p:cNvSpPr txBox="1"/>
          <p:nvPr/>
        </p:nvSpPr>
        <p:spPr>
          <a:xfrm>
            <a:off x="4349498" y="5121578"/>
            <a:ext cx="1644650" cy="988060"/>
          </a:xfrm>
          <a:prstGeom prst="rect">
            <a:avLst/>
          </a:prstGeom>
          <a:solidFill>
            <a:srgbClr val="92D050"/>
          </a:solidFill>
          <a:ln w="3175">
            <a:solidFill>
              <a:srgbClr val="FFFF00"/>
            </a:solidFill>
          </a:ln>
        </p:spPr>
        <p:txBody>
          <a:bodyPr vert="horz" wrap="square" lIns="0" tIns="20320" rIns="0" bIns="0" rtlCol="0">
            <a:spAutoFit/>
          </a:bodyPr>
          <a:lstStyle/>
          <a:p>
            <a:pPr algn="ctr">
              <a:lnSpc>
                <a:spcPct val="100000"/>
              </a:lnSpc>
              <a:spcBef>
                <a:spcPts val="160"/>
              </a:spcBef>
            </a:pPr>
            <a:r>
              <a:rPr sz="1200" b="1" dirty="0">
                <a:latin typeface="Arial"/>
                <a:cs typeface="Arial"/>
              </a:rPr>
              <a:t>1.2.2</a:t>
            </a:r>
            <a:endParaRPr sz="1200" dirty="0">
              <a:latin typeface="Arial"/>
              <a:cs typeface="Arial"/>
            </a:endParaRPr>
          </a:p>
          <a:p>
            <a:pPr marL="127000" marR="120014" indent="-1270" algn="ctr">
              <a:lnSpc>
                <a:spcPct val="100000"/>
              </a:lnSpc>
            </a:pPr>
            <a:r>
              <a:rPr sz="1200" spc="-5" dirty="0">
                <a:latin typeface="Arial"/>
                <a:cs typeface="Arial"/>
              </a:rPr>
              <a:t>El mecanismo </a:t>
            </a:r>
            <a:r>
              <a:rPr sz="1200" spc="-10" dirty="0">
                <a:latin typeface="Arial"/>
                <a:cs typeface="Arial"/>
              </a:rPr>
              <a:t>de  </a:t>
            </a:r>
            <a:r>
              <a:rPr sz="1200" spc="-5" dirty="0">
                <a:latin typeface="Arial"/>
                <a:cs typeface="Arial"/>
              </a:rPr>
              <a:t>autenticación </a:t>
            </a:r>
            <a:r>
              <a:rPr sz="1200" spc="-10" dirty="0">
                <a:latin typeface="Arial"/>
                <a:cs typeface="Arial"/>
              </a:rPr>
              <a:t>es  </a:t>
            </a:r>
            <a:r>
              <a:rPr sz="1200" spc="-5" dirty="0">
                <a:latin typeface="Arial"/>
                <a:cs typeface="Arial"/>
              </a:rPr>
              <a:t>vulnerable a “replay”  de</a:t>
            </a:r>
            <a:r>
              <a:rPr sz="1200" spc="-15" dirty="0">
                <a:latin typeface="Arial"/>
                <a:cs typeface="Arial"/>
              </a:rPr>
              <a:t> </a:t>
            </a:r>
            <a:r>
              <a:rPr sz="1200" spc="-5" dirty="0">
                <a:latin typeface="Arial"/>
                <a:cs typeface="Arial"/>
              </a:rPr>
              <a:t>paquetes</a:t>
            </a:r>
            <a:endParaRPr sz="1200" dirty="0">
              <a:latin typeface="Arial"/>
              <a:cs typeface="Arial"/>
            </a:endParaRPr>
          </a:p>
        </p:txBody>
      </p:sp>
      <p:sp>
        <p:nvSpPr>
          <p:cNvPr id="14" name="object 16"/>
          <p:cNvSpPr txBox="1"/>
          <p:nvPr/>
        </p:nvSpPr>
        <p:spPr>
          <a:xfrm>
            <a:off x="6365750" y="5133007"/>
            <a:ext cx="1644650" cy="988060"/>
          </a:xfrm>
          <a:prstGeom prst="rect">
            <a:avLst/>
          </a:prstGeom>
          <a:solidFill>
            <a:srgbClr val="92D050"/>
          </a:solidFill>
          <a:ln w="3175">
            <a:solidFill>
              <a:srgbClr val="FFFF00"/>
            </a:solidFill>
          </a:ln>
        </p:spPr>
        <p:txBody>
          <a:bodyPr vert="horz" wrap="square" lIns="0" tIns="111760" rIns="0" bIns="0" rtlCol="0">
            <a:spAutoFit/>
          </a:bodyPr>
          <a:lstStyle/>
          <a:p>
            <a:pPr algn="ctr">
              <a:lnSpc>
                <a:spcPct val="100000"/>
              </a:lnSpc>
              <a:spcBef>
                <a:spcPts val="880"/>
              </a:spcBef>
            </a:pPr>
            <a:r>
              <a:rPr sz="1200" b="1" dirty="0">
                <a:latin typeface="Arial"/>
                <a:cs typeface="Arial"/>
              </a:rPr>
              <a:t>1.4.1</a:t>
            </a:r>
            <a:endParaRPr sz="1200" dirty="0">
              <a:latin typeface="Arial"/>
              <a:cs typeface="Arial"/>
            </a:endParaRPr>
          </a:p>
          <a:p>
            <a:pPr marL="109855" marR="104775" algn="ctr">
              <a:lnSpc>
                <a:spcPct val="100000"/>
              </a:lnSpc>
            </a:pPr>
            <a:r>
              <a:rPr sz="1200" spc="-5" dirty="0">
                <a:latin typeface="Arial"/>
                <a:cs typeface="Arial"/>
              </a:rPr>
              <a:t>El sistema </a:t>
            </a:r>
            <a:r>
              <a:rPr sz="1200" spc="-10" dirty="0">
                <a:latin typeface="Arial"/>
                <a:cs typeface="Arial"/>
              </a:rPr>
              <a:t>de  </a:t>
            </a:r>
            <a:r>
              <a:rPr sz="1200" spc="-5" dirty="0">
                <a:latin typeface="Arial"/>
                <a:cs typeface="Arial"/>
              </a:rPr>
              <a:t>validación no falla</a:t>
            </a:r>
            <a:r>
              <a:rPr sz="1200" spc="-80" dirty="0">
                <a:latin typeface="Arial"/>
                <a:cs typeface="Arial"/>
              </a:rPr>
              <a:t> </a:t>
            </a:r>
            <a:r>
              <a:rPr sz="1200" spc="-10" dirty="0">
                <a:latin typeface="Arial"/>
                <a:cs typeface="Arial"/>
              </a:rPr>
              <a:t>de  </a:t>
            </a:r>
            <a:r>
              <a:rPr sz="1200" spc="-5" dirty="0">
                <a:latin typeface="Arial"/>
                <a:cs typeface="Arial"/>
              </a:rPr>
              <a:t>manera</a:t>
            </a:r>
            <a:r>
              <a:rPr sz="1200" spc="-15" dirty="0">
                <a:latin typeface="Arial"/>
                <a:cs typeface="Arial"/>
              </a:rPr>
              <a:t> </a:t>
            </a:r>
            <a:r>
              <a:rPr sz="1200" spc="-5" dirty="0">
                <a:latin typeface="Arial"/>
                <a:cs typeface="Arial"/>
              </a:rPr>
              <a:t>segura</a:t>
            </a:r>
            <a:endParaRPr sz="1200" dirty="0">
              <a:latin typeface="Arial"/>
              <a:cs typeface="Arial"/>
            </a:endParaRPr>
          </a:p>
        </p:txBody>
      </p:sp>
      <p:sp>
        <p:nvSpPr>
          <p:cNvPr id="15" name="object 17"/>
          <p:cNvSpPr txBox="1"/>
          <p:nvPr/>
        </p:nvSpPr>
        <p:spPr>
          <a:xfrm>
            <a:off x="8165594" y="5121578"/>
            <a:ext cx="1644650" cy="988060"/>
          </a:xfrm>
          <a:prstGeom prst="rect">
            <a:avLst/>
          </a:prstGeom>
          <a:solidFill>
            <a:srgbClr val="92D050"/>
          </a:solidFill>
          <a:ln w="3175">
            <a:solidFill>
              <a:srgbClr val="FFFF00"/>
            </a:solidFill>
          </a:ln>
        </p:spPr>
        <p:txBody>
          <a:bodyPr vert="horz" wrap="square" lIns="0" tIns="20320" rIns="0" bIns="0" rtlCol="0">
            <a:spAutoFit/>
          </a:bodyPr>
          <a:lstStyle/>
          <a:p>
            <a:pPr algn="ctr">
              <a:lnSpc>
                <a:spcPct val="100000"/>
              </a:lnSpc>
              <a:spcBef>
                <a:spcPts val="160"/>
              </a:spcBef>
            </a:pPr>
            <a:r>
              <a:rPr sz="1200" b="1" dirty="0">
                <a:latin typeface="Arial"/>
                <a:cs typeface="Arial"/>
              </a:rPr>
              <a:t>1.4.2</a:t>
            </a:r>
            <a:endParaRPr sz="1200" dirty="0">
              <a:latin typeface="Arial"/>
              <a:cs typeface="Arial"/>
            </a:endParaRPr>
          </a:p>
          <a:p>
            <a:pPr marL="113664" marR="108585" algn="ctr">
              <a:lnSpc>
                <a:spcPct val="100000"/>
              </a:lnSpc>
            </a:pPr>
            <a:r>
              <a:rPr sz="1200" spc="-5" dirty="0">
                <a:latin typeface="Arial"/>
                <a:cs typeface="Arial"/>
              </a:rPr>
              <a:t>El sistema </a:t>
            </a:r>
            <a:r>
              <a:rPr sz="1200" spc="-10" dirty="0">
                <a:latin typeface="Arial"/>
                <a:cs typeface="Arial"/>
              </a:rPr>
              <a:t>de  </a:t>
            </a:r>
            <a:r>
              <a:rPr sz="1200" spc="-5" dirty="0">
                <a:latin typeface="Arial"/>
                <a:cs typeface="Arial"/>
              </a:rPr>
              <a:t>validación </a:t>
            </a:r>
            <a:r>
              <a:rPr sz="1200" spc="-10" dirty="0">
                <a:latin typeface="Arial"/>
                <a:cs typeface="Arial"/>
              </a:rPr>
              <a:t>es  </a:t>
            </a:r>
            <a:r>
              <a:rPr sz="1200" spc="-5" dirty="0">
                <a:latin typeface="Arial"/>
                <a:cs typeface="Arial"/>
              </a:rPr>
              <a:t>vulnerable a</a:t>
            </a:r>
            <a:r>
              <a:rPr sz="1200" spc="-60" dirty="0">
                <a:latin typeface="Arial"/>
                <a:cs typeface="Arial"/>
              </a:rPr>
              <a:t> </a:t>
            </a:r>
            <a:r>
              <a:rPr sz="1200" spc="-10" dirty="0">
                <a:latin typeface="Arial"/>
                <a:cs typeface="Arial"/>
              </a:rPr>
              <a:t>ataques  </a:t>
            </a:r>
            <a:r>
              <a:rPr sz="1200" spc="-5" dirty="0">
                <a:latin typeface="Arial"/>
                <a:cs typeface="Arial"/>
              </a:rPr>
              <a:t>de “SQL</a:t>
            </a:r>
            <a:r>
              <a:rPr sz="1200" spc="-35" dirty="0">
                <a:latin typeface="Arial"/>
                <a:cs typeface="Arial"/>
              </a:rPr>
              <a:t> </a:t>
            </a:r>
            <a:r>
              <a:rPr sz="1200" spc="-5" dirty="0">
                <a:latin typeface="Arial"/>
                <a:cs typeface="Arial"/>
              </a:rPr>
              <a:t>Injection”</a:t>
            </a:r>
            <a:endParaRPr sz="1200" dirty="0">
              <a:latin typeface="Arial"/>
              <a:cs typeface="Arial"/>
            </a:endParaRPr>
          </a:p>
        </p:txBody>
      </p:sp>
      <p:sp>
        <p:nvSpPr>
          <p:cNvPr id="16" name="object 18"/>
          <p:cNvSpPr txBox="1"/>
          <p:nvPr/>
        </p:nvSpPr>
        <p:spPr>
          <a:xfrm>
            <a:off x="5382770" y="1819832"/>
            <a:ext cx="1644650" cy="988060"/>
          </a:xfrm>
          <a:prstGeom prst="rect">
            <a:avLst/>
          </a:prstGeom>
          <a:solidFill>
            <a:schemeClr val="accent1">
              <a:lumMod val="40000"/>
              <a:lumOff val="60000"/>
            </a:schemeClr>
          </a:solidFill>
          <a:ln w="3175">
            <a:solidFill>
              <a:srgbClr val="FFFF00"/>
            </a:solidFill>
          </a:ln>
        </p:spPr>
        <p:txBody>
          <a:bodyPr vert="horz" wrap="square" lIns="0" tIns="5715" rIns="0" bIns="0" rtlCol="0">
            <a:spAutoFit/>
          </a:bodyPr>
          <a:lstStyle/>
          <a:p>
            <a:pPr>
              <a:lnSpc>
                <a:spcPct val="100000"/>
              </a:lnSpc>
              <a:spcBef>
                <a:spcPts val="45"/>
              </a:spcBef>
            </a:pPr>
            <a:endParaRPr sz="1350" dirty="0">
              <a:latin typeface="Times New Roman"/>
              <a:cs typeface="Times New Roman"/>
            </a:endParaRPr>
          </a:p>
          <a:p>
            <a:pPr algn="ctr">
              <a:lnSpc>
                <a:spcPct val="100000"/>
              </a:lnSpc>
              <a:spcBef>
                <a:spcPts val="5"/>
              </a:spcBef>
            </a:pPr>
            <a:r>
              <a:rPr sz="1200" b="1" spc="-5" dirty="0">
                <a:latin typeface="Arial"/>
                <a:cs typeface="Arial"/>
              </a:rPr>
              <a:t>Amenaza</a:t>
            </a:r>
            <a:r>
              <a:rPr sz="1200" b="1" spc="-10" dirty="0">
                <a:latin typeface="Arial"/>
                <a:cs typeface="Arial"/>
              </a:rPr>
              <a:t> #1</a:t>
            </a:r>
            <a:endParaRPr sz="1200" dirty="0">
              <a:latin typeface="Arial"/>
              <a:cs typeface="Arial"/>
            </a:endParaRPr>
          </a:p>
          <a:p>
            <a:pPr marL="80645" marR="74295" algn="ctr">
              <a:lnSpc>
                <a:spcPct val="100000"/>
              </a:lnSpc>
              <a:spcBef>
                <a:spcPts val="5"/>
              </a:spcBef>
            </a:pPr>
            <a:r>
              <a:rPr sz="1200" spc="-5" dirty="0">
                <a:latin typeface="Arial"/>
                <a:cs typeface="Arial"/>
              </a:rPr>
              <a:t>Un usuario accede</a:t>
            </a:r>
            <a:r>
              <a:rPr sz="1200" spc="-25" dirty="0">
                <a:latin typeface="Arial"/>
                <a:cs typeface="Arial"/>
              </a:rPr>
              <a:t> </a:t>
            </a:r>
            <a:r>
              <a:rPr sz="1200" spc="-5" dirty="0">
                <a:latin typeface="Arial"/>
                <a:cs typeface="Arial"/>
              </a:rPr>
              <a:t>en  nombre de</a:t>
            </a:r>
            <a:r>
              <a:rPr sz="1200" spc="-20" dirty="0">
                <a:latin typeface="Arial"/>
                <a:cs typeface="Arial"/>
              </a:rPr>
              <a:t> </a:t>
            </a:r>
            <a:r>
              <a:rPr sz="1200" spc="-5" dirty="0">
                <a:latin typeface="Arial"/>
                <a:cs typeface="Arial"/>
              </a:rPr>
              <a:t>otro</a:t>
            </a:r>
            <a:endParaRPr sz="1200" dirty="0">
              <a:latin typeface="Arial"/>
              <a:cs typeface="Arial"/>
            </a:endParaRPr>
          </a:p>
        </p:txBody>
      </p:sp>
    </p:spTree>
    <p:extLst>
      <p:ext uri="{BB962C8B-B14F-4D97-AF65-F5344CB8AC3E}">
        <p14:creationId xmlns:p14="http://schemas.microsoft.com/office/powerpoint/2010/main" val="27882430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 en el Diseño</a:t>
            </a:r>
          </a:p>
        </p:txBody>
      </p:sp>
      <p:sp>
        <p:nvSpPr>
          <p:cNvPr id="3" name="Marcador de contenido 2"/>
          <p:cNvSpPr>
            <a:spLocks noGrp="1"/>
          </p:cNvSpPr>
          <p:nvPr>
            <p:ph idx="1"/>
          </p:nvPr>
        </p:nvSpPr>
        <p:spPr/>
        <p:txBody>
          <a:bodyPr>
            <a:normAutofit fontScale="77500" lnSpcReduction="20000"/>
          </a:bodyPr>
          <a:lstStyle/>
          <a:p>
            <a:pPr>
              <a:buClr>
                <a:schemeClr val="accent6">
                  <a:lumMod val="50000"/>
                </a:schemeClr>
              </a:buClr>
              <a:buFont typeface="Wingdings" panose="05000000000000000000" pitchFamily="2" charset="2"/>
              <a:buChar char="§"/>
            </a:pPr>
            <a:r>
              <a:rPr lang="es-ES" spc="140" dirty="0">
                <a:latin typeface="Trebuchet MS"/>
                <a:cs typeface="Trebuchet MS"/>
              </a:rPr>
              <a:t>Método</a:t>
            </a:r>
            <a:r>
              <a:rPr lang="es-ES" spc="165" dirty="0">
                <a:latin typeface="Trebuchet MS"/>
                <a:cs typeface="Trebuchet MS"/>
              </a:rPr>
              <a:t> </a:t>
            </a:r>
            <a:r>
              <a:rPr lang="es-ES" spc="295" dirty="0">
                <a:latin typeface="Trebuchet MS"/>
                <a:cs typeface="Trebuchet MS"/>
              </a:rPr>
              <a:t>DREAD</a:t>
            </a:r>
            <a:endParaRPr lang="es-ES" dirty="0">
              <a:latin typeface="Trebuchet MS"/>
              <a:cs typeface="Trebuchet MS"/>
            </a:endParaRPr>
          </a:p>
          <a:p>
            <a:pPr marL="469900" indent="-457834">
              <a:lnSpc>
                <a:spcPct val="100000"/>
              </a:lnSpc>
              <a:buClr>
                <a:schemeClr val="accent6">
                  <a:lumMod val="50000"/>
                </a:schemeClr>
              </a:buClr>
              <a:buFont typeface="Wingdings" panose="05000000000000000000" pitchFamily="2" charset="2"/>
              <a:buChar char="§"/>
              <a:tabLst>
                <a:tab pos="469265" algn="l"/>
                <a:tab pos="470534" algn="l"/>
              </a:tabLst>
            </a:pPr>
            <a:r>
              <a:rPr lang="es-ES" spc="160" dirty="0">
                <a:latin typeface="Trebuchet MS"/>
                <a:cs typeface="Trebuchet MS"/>
              </a:rPr>
              <a:t>Ayuda </a:t>
            </a:r>
            <a:r>
              <a:rPr lang="es-ES" spc="195" dirty="0">
                <a:latin typeface="Trebuchet MS"/>
                <a:cs typeface="Trebuchet MS"/>
              </a:rPr>
              <a:t>a </a:t>
            </a:r>
            <a:r>
              <a:rPr lang="es-ES" spc="105" dirty="0">
                <a:latin typeface="Trebuchet MS"/>
                <a:cs typeface="Trebuchet MS"/>
              </a:rPr>
              <a:t>ponderar </a:t>
            </a:r>
            <a:r>
              <a:rPr lang="es-ES" spc="155" dirty="0">
                <a:latin typeface="Trebuchet MS"/>
                <a:cs typeface="Trebuchet MS"/>
              </a:rPr>
              <a:t>las amenazas</a:t>
            </a:r>
            <a:r>
              <a:rPr lang="es-ES" spc="130" dirty="0">
                <a:latin typeface="Trebuchet MS"/>
                <a:cs typeface="Trebuchet MS"/>
              </a:rPr>
              <a:t> </a:t>
            </a:r>
            <a:r>
              <a:rPr lang="es-ES" spc="45" dirty="0">
                <a:latin typeface="Trebuchet MS"/>
                <a:cs typeface="Trebuchet MS"/>
              </a:rPr>
              <a:t>identificadas.</a:t>
            </a:r>
            <a:endParaRPr lang="es-ES" dirty="0">
              <a:latin typeface="Trebuchet MS"/>
              <a:cs typeface="Trebuchet MS"/>
            </a:endParaRPr>
          </a:p>
          <a:p>
            <a:pPr marL="469900" indent="-457834">
              <a:lnSpc>
                <a:spcPct val="100000"/>
              </a:lnSpc>
              <a:spcBef>
                <a:spcPts val="655"/>
              </a:spcBef>
              <a:buClr>
                <a:schemeClr val="accent6">
                  <a:lumMod val="50000"/>
                </a:schemeClr>
              </a:buClr>
              <a:buFont typeface="Wingdings" panose="05000000000000000000" pitchFamily="2" charset="2"/>
              <a:buChar char="§"/>
              <a:tabLst>
                <a:tab pos="469265" algn="l"/>
                <a:tab pos="470534" algn="l"/>
              </a:tabLst>
            </a:pPr>
            <a:r>
              <a:rPr lang="es-ES" spc="295" dirty="0">
                <a:latin typeface="Trebuchet MS"/>
                <a:cs typeface="Trebuchet MS"/>
              </a:rPr>
              <a:t>Es </a:t>
            </a:r>
            <a:r>
              <a:rPr lang="es-ES" spc="95" dirty="0">
                <a:latin typeface="Trebuchet MS"/>
                <a:cs typeface="Trebuchet MS"/>
              </a:rPr>
              <a:t>un </a:t>
            </a:r>
            <a:r>
              <a:rPr lang="es-ES" spc="100" dirty="0">
                <a:latin typeface="Trebuchet MS"/>
                <a:cs typeface="Trebuchet MS"/>
              </a:rPr>
              <a:t>acrónimo </a:t>
            </a:r>
            <a:r>
              <a:rPr lang="es-ES" spc="25" dirty="0">
                <a:latin typeface="Trebuchet MS"/>
                <a:cs typeface="Trebuchet MS"/>
              </a:rPr>
              <a:t>de </a:t>
            </a:r>
            <a:r>
              <a:rPr lang="es-ES" spc="135" dirty="0">
                <a:latin typeface="Trebuchet MS"/>
                <a:cs typeface="Trebuchet MS"/>
              </a:rPr>
              <a:t>los </a:t>
            </a:r>
            <a:r>
              <a:rPr lang="es-ES" spc="90" dirty="0">
                <a:latin typeface="Trebuchet MS"/>
                <a:cs typeface="Trebuchet MS"/>
              </a:rPr>
              <a:t>siguientes </a:t>
            </a:r>
            <a:r>
              <a:rPr lang="es-ES" spc="285" dirty="0">
                <a:latin typeface="Trebuchet MS"/>
                <a:cs typeface="Trebuchet MS"/>
              </a:rPr>
              <a:t>5</a:t>
            </a:r>
            <a:r>
              <a:rPr lang="es-ES" spc="345" dirty="0">
                <a:latin typeface="Trebuchet MS"/>
                <a:cs typeface="Trebuchet MS"/>
              </a:rPr>
              <a:t> </a:t>
            </a:r>
            <a:r>
              <a:rPr lang="es-ES" spc="15" dirty="0">
                <a:latin typeface="Trebuchet MS"/>
                <a:cs typeface="Trebuchet MS"/>
              </a:rPr>
              <a:t>ítems:</a:t>
            </a:r>
            <a:endParaRPr lang="es-ES" dirty="0">
              <a:latin typeface="Trebuchet MS"/>
              <a:cs typeface="Trebuchet MS"/>
            </a:endParaRPr>
          </a:p>
          <a:p>
            <a:pPr marR="5080">
              <a:lnSpc>
                <a:spcPct val="180600"/>
              </a:lnSpc>
              <a:buClr>
                <a:schemeClr val="accent6">
                  <a:lumMod val="50000"/>
                </a:schemeClr>
              </a:buClr>
              <a:buFont typeface="Wingdings" panose="05000000000000000000" pitchFamily="2" charset="2"/>
              <a:buChar char="§"/>
            </a:pPr>
            <a:r>
              <a:rPr lang="es-ES" spc="145" dirty="0" smtClean="0">
                <a:latin typeface="Trebuchet MS"/>
                <a:cs typeface="Trebuchet MS"/>
              </a:rPr>
              <a:t>   </a:t>
            </a:r>
            <a:r>
              <a:rPr lang="es-ES" b="1" spc="145" dirty="0" err="1" smtClean="0">
                <a:latin typeface="Trebuchet MS"/>
                <a:cs typeface="Trebuchet MS"/>
              </a:rPr>
              <a:t>Damage</a:t>
            </a:r>
            <a:r>
              <a:rPr lang="es-ES" b="1" spc="145" dirty="0" smtClean="0">
                <a:latin typeface="Trebuchet MS"/>
                <a:cs typeface="Trebuchet MS"/>
              </a:rPr>
              <a:t> </a:t>
            </a:r>
            <a:r>
              <a:rPr lang="es-ES" b="1" spc="40" dirty="0">
                <a:latin typeface="Trebuchet MS"/>
                <a:cs typeface="Trebuchet MS"/>
              </a:rPr>
              <a:t>Potencial</a:t>
            </a:r>
            <a:r>
              <a:rPr lang="es-ES" spc="40" dirty="0">
                <a:latin typeface="Trebuchet MS"/>
                <a:cs typeface="Trebuchet MS"/>
              </a:rPr>
              <a:t>: </a:t>
            </a:r>
            <a:r>
              <a:rPr lang="es-ES" spc="215" dirty="0">
                <a:latin typeface="Trebuchet MS"/>
                <a:cs typeface="Trebuchet MS"/>
              </a:rPr>
              <a:t>¿Cuán </a:t>
            </a:r>
            <a:r>
              <a:rPr lang="es-ES" spc="70" dirty="0">
                <a:latin typeface="Trebuchet MS"/>
                <a:cs typeface="Trebuchet MS"/>
              </a:rPr>
              <a:t>importante </a:t>
            </a:r>
            <a:r>
              <a:rPr lang="es-ES" spc="150" dirty="0">
                <a:latin typeface="Trebuchet MS"/>
                <a:cs typeface="Trebuchet MS"/>
              </a:rPr>
              <a:t>es </a:t>
            </a:r>
            <a:r>
              <a:rPr lang="es-ES" spc="-50" dirty="0">
                <a:latin typeface="Trebuchet MS"/>
                <a:cs typeface="Trebuchet MS"/>
              </a:rPr>
              <a:t>el </a:t>
            </a:r>
            <a:r>
              <a:rPr lang="es-ES" spc="125" dirty="0">
                <a:latin typeface="Trebuchet MS"/>
                <a:cs typeface="Trebuchet MS"/>
              </a:rPr>
              <a:t>daño </a:t>
            </a:r>
            <a:r>
              <a:rPr lang="es-ES" spc="25" dirty="0">
                <a:latin typeface="Trebuchet MS"/>
                <a:cs typeface="Trebuchet MS"/>
              </a:rPr>
              <a:t>de </a:t>
            </a:r>
            <a:r>
              <a:rPr lang="es-ES" spc="130" dirty="0">
                <a:latin typeface="Trebuchet MS"/>
                <a:cs typeface="Trebuchet MS"/>
              </a:rPr>
              <a:t>esta </a:t>
            </a:r>
            <a:r>
              <a:rPr lang="es-ES" spc="190" dirty="0">
                <a:latin typeface="Trebuchet MS"/>
                <a:cs typeface="Trebuchet MS"/>
              </a:rPr>
              <a:t>amenaza?  </a:t>
            </a:r>
            <a:endParaRPr lang="es-ES" spc="190" dirty="0" smtClean="0">
              <a:latin typeface="Trebuchet MS"/>
              <a:cs typeface="Trebuchet MS"/>
            </a:endParaRPr>
          </a:p>
          <a:p>
            <a:pPr marR="5080">
              <a:lnSpc>
                <a:spcPct val="180600"/>
              </a:lnSpc>
              <a:buClr>
                <a:schemeClr val="accent6">
                  <a:lumMod val="50000"/>
                </a:schemeClr>
              </a:buClr>
              <a:buFont typeface="Wingdings" panose="05000000000000000000" pitchFamily="2" charset="2"/>
              <a:buChar char="§"/>
            </a:pPr>
            <a:r>
              <a:rPr lang="es-ES" spc="45" dirty="0" smtClean="0">
                <a:latin typeface="Trebuchet MS"/>
                <a:cs typeface="Trebuchet MS"/>
              </a:rPr>
              <a:t>   </a:t>
            </a:r>
            <a:r>
              <a:rPr lang="es-ES" b="1" spc="45" dirty="0" err="1" smtClean="0">
                <a:latin typeface="Trebuchet MS"/>
                <a:cs typeface="Trebuchet MS"/>
              </a:rPr>
              <a:t>Reproducibility</a:t>
            </a:r>
            <a:r>
              <a:rPr lang="es-ES" spc="45" dirty="0">
                <a:latin typeface="Trebuchet MS"/>
                <a:cs typeface="Trebuchet MS"/>
              </a:rPr>
              <a:t>: </a:t>
            </a:r>
            <a:r>
              <a:rPr lang="es-ES" spc="215" dirty="0">
                <a:latin typeface="Trebuchet MS"/>
                <a:cs typeface="Trebuchet MS"/>
              </a:rPr>
              <a:t>¿Cuán </a:t>
            </a:r>
            <a:r>
              <a:rPr lang="es-ES" spc="55" dirty="0">
                <a:latin typeface="Trebuchet MS"/>
                <a:cs typeface="Trebuchet MS"/>
              </a:rPr>
              <a:t>reproducible </a:t>
            </a:r>
            <a:r>
              <a:rPr lang="es-ES" spc="150" dirty="0">
                <a:latin typeface="Trebuchet MS"/>
                <a:cs typeface="Trebuchet MS"/>
              </a:rPr>
              <a:t>es </a:t>
            </a:r>
            <a:r>
              <a:rPr lang="es-ES" spc="65" dirty="0">
                <a:latin typeface="Trebuchet MS"/>
                <a:cs typeface="Trebuchet MS"/>
              </a:rPr>
              <a:t>la</a:t>
            </a:r>
            <a:r>
              <a:rPr lang="es-ES" spc="325" dirty="0">
                <a:latin typeface="Trebuchet MS"/>
                <a:cs typeface="Trebuchet MS"/>
              </a:rPr>
              <a:t> </a:t>
            </a:r>
            <a:r>
              <a:rPr lang="es-ES" spc="105" dirty="0">
                <a:latin typeface="Trebuchet MS"/>
                <a:cs typeface="Trebuchet MS"/>
              </a:rPr>
              <a:t>vulnerabilidad?</a:t>
            </a:r>
            <a:endParaRPr lang="es-ES" dirty="0">
              <a:latin typeface="Trebuchet MS"/>
              <a:cs typeface="Trebuchet MS"/>
            </a:endParaRPr>
          </a:p>
          <a:p>
            <a:pPr marL="241300" indent="-457200">
              <a:lnSpc>
                <a:spcPct val="100000"/>
              </a:lnSpc>
              <a:spcBef>
                <a:spcPts val="1739"/>
              </a:spcBef>
              <a:buClr>
                <a:schemeClr val="accent6">
                  <a:lumMod val="50000"/>
                </a:schemeClr>
              </a:buClr>
              <a:buFont typeface="Wingdings" panose="05000000000000000000" pitchFamily="2" charset="2"/>
              <a:buChar char="§"/>
            </a:pPr>
            <a:r>
              <a:rPr lang="es-ES" b="1" spc="40" dirty="0" err="1">
                <a:latin typeface="Trebuchet MS"/>
                <a:cs typeface="Trebuchet MS"/>
              </a:rPr>
              <a:t>Exploitability</a:t>
            </a:r>
            <a:r>
              <a:rPr lang="es-ES" spc="40" dirty="0">
                <a:latin typeface="Trebuchet MS"/>
                <a:cs typeface="Trebuchet MS"/>
              </a:rPr>
              <a:t>: </a:t>
            </a:r>
            <a:r>
              <a:rPr lang="es-ES" spc="215" dirty="0">
                <a:latin typeface="Trebuchet MS"/>
                <a:cs typeface="Trebuchet MS"/>
              </a:rPr>
              <a:t>¿Cuán </a:t>
            </a:r>
            <a:r>
              <a:rPr lang="es-ES" spc="35" dirty="0">
                <a:latin typeface="Trebuchet MS"/>
                <a:cs typeface="Trebuchet MS"/>
              </a:rPr>
              <a:t>fácil </a:t>
            </a:r>
            <a:r>
              <a:rPr lang="es-ES" spc="150" dirty="0">
                <a:latin typeface="Trebuchet MS"/>
                <a:cs typeface="Trebuchet MS"/>
              </a:rPr>
              <a:t>es </a:t>
            </a:r>
            <a:r>
              <a:rPr lang="es-ES" spc="25" dirty="0">
                <a:latin typeface="Trebuchet MS"/>
                <a:cs typeface="Trebuchet MS"/>
              </a:rPr>
              <a:t>de</a:t>
            </a:r>
            <a:r>
              <a:rPr lang="es-ES" spc="320" dirty="0">
                <a:latin typeface="Trebuchet MS"/>
                <a:cs typeface="Trebuchet MS"/>
              </a:rPr>
              <a:t> </a:t>
            </a:r>
            <a:r>
              <a:rPr lang="es-ES" spc="130" dirty="0">
                <a:latin typeface="Trebuchet MS"/>
                <a:cs typeface="Trebuchet MS"/>
              </a:rPr>
              <a:t>explotar?</a:t>
            </a:r>
            <a:endParaRPr lang="es-ES" dirty="0">
              <a:latin typeface="Trebuchet MS"/>
              <a:cs typeface="Trebuchet MS"/>
            </a:endParaRPr>
          </a:p>
          <a:p>
            <a:pPr marL="241300" marR="135890" indent="-457200">
              <a:lnSpc>
                <a:spcPct val="180600"/>
              </a:lnSpc>
              <a:buClr>
                <a:schemeClr val="accent6">
                  <a:lumMod val="50000"/>
                </a:schemeClr>
              </a:buClr>
              <a:buFont typeface="Wingdings" panose="05000000000000000000" pitchFamily="2" charset="2"/>
              <a:buChar char="§"/>
            </a:pPr>
            <a:r>
              <a:rPr lang="es-ES" b="1" spc="50" dirty="0" err="1">
                <a:latin typeface="Trebuchet MS"/>
                <a:cs typeface="Trebuchet MS"/>
              </a:rPr>
              <a:t>Affected</a:t>
            </a:r>
            <a:r>
              <a:rPr lang="es-ES" b="1" spc="50" dirty="0">
                <a:latin typeface="Trebuchet MS"/>
                <a:cs typeface="Trebuchet MS"/>
              </a:rPr>
              <a:t> </a:t>
            </a:r>
            <a:r>
              <a:rPr lang="es-ES" b="1" spc="120" dirty="0" err="1">
                <a:latin typeface="Trebuchet MS"/>
                <a:cs typeface="Trebuchet MS"/>
              </a:rPr>
              <a:t>Users</a:t>
            </a:r>
            <a:r>
              <a:rPr lang="es-ES" spc="120" dirty="0">
                <a:latin typeface="Trebuchet MS"/>
                <a:cs typeface="Trebuchet MS"/>
              </a:rPr>
              <a:t>: </a:t>
            </a:r>
            <a:r>
              <a:rPr lang="es-ES" spc="175" dirty="0">
                <a:latin typeface="Trebuchet MS"/>
                <a:cs typeface="Trebuchet MS"/>
              </a:rPr>
              <a:t>¿Cuáles </a:t>
            </a:r>
            <a:r>
              <a:rPr lang="es-ES" spc="195" dirty="0">
                <a:latin typeface="Trebuchet MS"/>
                <a:cs typeface="Trebuchet MS"/>
              </a:rPr>
              <a:t>y </a:t>
            </a:r>
            <a:r>
              <a:rPr lang="es-ES" spc="135" dirty="0">
                <a:latin typeface="Trebuchet MS"/>
                <a:cs typeface="Trebuchet MS"/>
              </a:rPr>
              <a:t>cuántos </a:t>
            </a:r>
            <a:r>
              <a:rPr lang="es-ES" spc="165" dirty="0">
                <a:latin typeface="Trebuchet MS"/>
                <a:cs typeface="Trebuchet MS"/>
              </a:rPr>
              <a:t>usuarios </a:t>
            </a:r>
            <a:r>
              <a:rPr lang="es-ES" spc="150" dirty="0">
                <a:latin typeface="Trebuchet MS"/>
                <a:cs typeface="Trebuchet MS"/>
              </a:rPr>
              <a:t>se </a:t>
            </a:r>
            <a:r>
              <a:rPr lang="es-ES" spc="95" dirty="0">
                <a:latin typeface="Trebuchet MS"/>
                <a:cs typeface="Trebuchet MS"/>
              </a:rPr>
              <a:t>verían </a:t>
            </a:r>
            <a:r>
              <a:rPr lang="es-ES" spc="160" dirty="0">
                <a:latin typeface="Trebuchet MS"/>
                <a:cs typeface="Trebuchet MS"/>
              </a:rPr>
              <a:t>afectados?  </a:t>
            </a:r>
            <a:endParaRPr lang="es-ES" spc="160" dirty="0" smtClean="0">
              <a:latin typeface="Trebuchet MS"/>
              <a:cs typeface="Trebuchet MS"/>
            </a:endParaRPr>
          </a:p>
          <a:p>
            <a:pPr marL="241300" marR="135890" indent="-457200">
              <a:lnSpc>
                <a:spcPct val="180600"/>
              </a:lnSpc>
              <a:buClr>
                <a:schemeClr val="accent6">
                  <a:lumMod val="50000"/>
                </a:schemeClr>
              </a:buClr>
              <a:buFont typeface="Wingdings" panose="05000000000000000000" pitchFamily="2" charset="2"/>
              <a:buChar char="§"/>
            </a:pPr>
            <a:r>
              <a:rPr lang="es-ES" b="1" spc="75" dirty="0" err="1" smtClean="0">
                <a:latin typeface="Trebuchet MS"/>
                <a:cs typeface="Trebuchet MS"/>
              </a:rPr>
              <a:t>Discoverability</a:t>
            </a:r>
            <a:r>
              <a:rPr lang="es-ES" spc="75" dirty="0">
                <a:latin typeface="Trebuchet MS"/>
                <a:cs typeface="Trebuchet MS"/>
              </a:rPr>
              <a:t>: </a:t>
            </a:r>
            <a:r>
              <a:rPr lang="es-ES" spc="215" dirty="0">
                <a:latin typeface="Trebuchet MS"/>
                <a:cs typeface="Trebuchet MS"/>
              </a:rPr>
              <a:t>¿Cuán </a:t>
            </a:r>
            <a:r>
              <a:rPr lang="es-ES" spc="35" dirty="0">
                <a:latin typeface="Trebuchet MS"/>
                <a:cs typeface="Trebuchet MS"/>
              </a:rPr>
              <a:t>fácil </a:t>
            </a:r>
            <a:r>
              <a:rPr lang="es-ES" spc="25" dirty="0">
                <a:latin typeface="Trebuchet MS"/>
                <a:cs typeface="Trebuchet MS"/>
              </a:rPr>
              <a:t>de </a:t>
            </a:r>
            <a:r>
              <a:rPr lang="es-ES" spc="100" dirty="0">
                <a:latin typeface="Trebuchet MS"/>
                <a:cs typeface="Trebuchet MS"/>
              </a:rPr>
              <a:t>descubrir </a:t>
            </a:r>
            <a:r>
              <a:rPr lang="es-ES" spc="150" dirty="0">
                <a:latin typeface="Trebuchet MS"/>
                <a:cs typeface="Trebuchet MS"/>
              </a:rPr>
              <a:t>es </a:t>
            </a:r>
            <a:r>
              <a:rPr lang="es-ES" spc="65" dirty="0">
                <a:latin typeface="Trebuchet MS"/>
                <a:cs typeface="Trebuchet MS"/>
              </a:rPr>
              <a:t>la</a:t>
            </a:r>
            <a:r>
              <a:rPr lang="es-ES" spc="484" dirty="0">
                <a:latin typeface="Trebuchet MS"/>
                <a:cs typeface="Trebuchet MS"/>
              </a:rPr>
              <a:t> </a:t>
            </a:r>
            <a:r>
              <a:rPr lang="es-ES" spc="105" dirty="0">
                <a:latin typeface="Trebuchet MS"/>
                <a:cs typeface="Trebuchet MS"/>
              </a:rPr>
              <a:t>vulnerabilidad?</a:t>
            </a:r>
            <a:endParaRPr lang="es-ES" dirty="0">
              <a:latin typeface="Trebuchet MS"/>
              <a:cs typeface="Trebuchet MS"/>
            </a:endParaRPr>
          </a:p>
          <a:p>
            <a:pPr>
              <a:buClr>
                <a:schemeClr val="accent6">
                  <a:lumMod val="50000"/>
                </a:schemeClr>
              </a:buClr>
              <a:buFont typeface="Wingdings" panose="05000000000000000000" pitchFamily="2" charset="2"/>
              <a:buChar char="§"/>
            </a:pPr>
            <a:endParaRPr lang="es-ES" dirty="0"/>
          </a:p>
        </p:txBody>
      </p:sp>
    </p:spTree>
    <p:extLst>
      <p:ext uri="{BB962C8B-B14F-4D97-AF65-F5344CB8AC3E}">
        <p14:creationId xmlns:p14="http://schemas.microsoft.com/office/powerpoint/2010/main" val="35416144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85" dirty="0">
                <a:latin typeface="Trebuchet MS"/>
                <a:cs typeface="Trebuchet MS"/>
              </a:rPr>
              <a:t>Seguridad </a:t>
            </a:r>
            <a:r>
              <a:rPr lang="es-ES" spc="40" dirty="0">
                <a:latin typeface="Trebuchet MS"/>
                <a:cs typeface="Trebuchet MS"/>
              </a:rPr>
              <a:t>en </a:t>
            </a:r>
            <a:r>
              <a:rPr lang="es-ES" spc="85" dirty="0">
                <a:latin typeface="Trebuchet MS"/>
                <a:cs typeface="Trebuchet MS"/>
              </a:rPr>
              <a:t>la</a:t>
            </a:r>
            <a:r>
              <a:rPr lang="es-ES" spc="370" dirty="0">
                <a:latin typeface="Trebuchet MS"/>
                <a:cs typeface="Trebuchet MS"/>
              </a:rPr>
              <a:t> </a:t>
            </a:r>
            <a:r>
              <a:rPr lang="es-ES" spc="75" dirty="0" smtClean="0">
                <a:latin typeface="Trebuchet MS"/>
                <a:cs typeface="Trebuchet MS"/>
              </a:rPr>
              <a:t>codificación</a:t>
            </a:r>
            <a:endParaRPr lang="es-ES" dirty="0"/>
          </a:p>
        </p:txBody>
      </p:sp>
      <p:sp>
        <p:nvSpPr>
          <p:cNvPr id="3" name="Marcador de contenido 2"/>
          <p:cNvSpPr>
            <a:spLocks noGrp="1"/>
          </p:cNvSpPr>
          <p:nvPr>
            <p:ph idx="1"/>
          </p:nvPr>
        </p:nvSpPr>
        <p:spPr>
          <a:xfrm>
            <a:off x="838200" y="1736675"/>
            <a:ext cx="10515600" cy="4351338"/>
          </a:xfrm>
        </p:spPr>
        <p:txBody>
          <a:bodyPr/>
          <a:lstStyle/>
          <a:p>
            <a:r>
              <a:rPr lang="es-ES" spc="140" dirty="0">
                <a:latin typeface="Trebuchet MS"/>
                <a:cs typeface="Trebuchet MS"/>
              </a:rPr>
              <a:t>La </a:t>
            </a:r>
            <a:r>
              <a:rPr lang="es-ES" spc="80" dirty="0">
                <a:latin typeface="Trebuchet MS"/>
                <a:cs typeface="Trebuchet MS"/>
              </a:rPr>
              <a:t>falta </a:t>
            </a:r>
            <a:r>
              <a:rPr lang="es-ES" spc="25" dirty="0">
                <a:latin typeface="Trebuchet MS"/>
                <a:cs typeface="Trebuchet MS"/>
              </a:rPr>
              <a:t>de </a:t>
            </a:r>
            <a:r>
              <a:rPr lang="es-ES" spc="90" dirty="0">
                <a:latin typeface="Trebuchet MS"/>
                <a:cs typeface="Trebuchet MS"/>
              </a:rPr>
              <a:t>controles </a:t>
            </a:r>
            <a:r>
              <a:rPr lang="es-ES" spc="130" dirty="0">
                <a:latin typeface="Trebuchet MS"/>
                <a:cs typeface="Trebuchet MS"/>
              </a:rPr>
              <a:t>adecuados </a:t>
            </a:r>
            <a:r>
              <a:rPr lang="es-ES" spc="30" dirty="0">
                <a:latin typeface="Trebuchet MS"/>
                <a:cs typeface="Trebuchet MS"/>
              </a:rPr>
              <a:t>en </a:t>
            </a:r>
            <a:r>
              <a:rPr lang="es-ES" spc="65" dirty="0">
                <a:latin typeface="Trebuchet MS"/>
                <a:cs typeface="Trebuchet MS"/>
              </a:rPr>
              <a:t>la </a:t>
            </a:r>
            <a:r>
              <a:rPr lang="es-ES" spc="30" dirty="0">
                <a:latin typeface="Trebuchet MS"/>
                <a:cs typeface="Trebuchet MS"/>
              </a:rPr>
              <a:t>codificación, </a:t>
            </a:r>
            <a:r>
              <a:rPr lang="es-ES" spc="145" dirty="0">
                <a:latin typeface="Trebuchet MS"/>
                <a:cs typeface="Trebuchet MS"/>
              </a:rPr>
              <a:t>muchas </a:t>
            </a:r>
            <a:r>
              <a:rPr lang="es-ES" spc="105" dirty="0">
                <a:latin typeface="Trebuchet MS"/>
                <a:cs typeface="Trebuchet MS"/>
              </a:rPr>
              <a:t>veces  </a:t>
            </a:r>
            <a:r>
              <a:rPr lang="es-ES" spc="95" dirty="0">
                <a:latin typeface="Trebuchet MS"/>
                <a:cs typeface="Trebuchet MS"/>
              </a:rPr>
              <a:t>deriva </a:t>
            </a:r>
            <a:r>
              <a:rPr lang="es-ES" spc="30" dirty="0">
                <a:latin typeface="Trebuchet MS"/>
                <a:cs typeface="Trebuchet MS"/>
              </a:rPr>
              <a:t>en </a:t>
            </a:r>
            <a:r>
              <a:rPr lang="es-ES" spc="80" dirty="0">
                <a:latin typeface="Trebuchet MS"/>
                <a:cs typeface="Trebuchet MS"/>
              </a:rPr>
              <a:t>vulnerabilidades </a:t>
            </a:r>
            <a:r>
              <a:rPr lang="es-ES" spc="50" dirty="0">
                <a:latin typeface="Trebuchet MS"/>
                <a:cs typeface="Trebuchet MS"/>
              </a:rPr>
              <a:t>que pueden </a:t>
            </a:r>
            <a:r>
              <a:rPr lang="es-ES" spc="75" dirty="0">
                <a:latin typeface="Trebuchet MS"/>
                <a:cs typeface="Trebuchet MS"/>
              </a:rPr>
              <a:t>comprometer </a:t>
            </a:r>
            <a:r>
              <a:rPr lang="es-ES" spc="195" dirty="0">
                <a:latin typeface="Trebuchet MS"/>
                <a:cs typeface="Trebuchet MS"/>
              </a:rPr>
              <a:t>a </a:t>
            </a:r>
            <a:r>
              <a:rPr lang="es-ES" spc="65" dirty="0">
                <a:latin typeface="Trebuchet MS"/>
                <a:cs typeface="Trebuchet MS"/>
              </a:rPr>
              <a:t>la </a:t>
            </a:r>
            <a:r>
              <a:rPr lang="es-ES" spc="70" dirty="0">
                <a:latin typeface="Trebuchet MS"/>
                <a:cs typeface="Trebuchet MS"/>
              </a:rPr>
              <a:t>aplicación </a:t>
            </a:r>
            <a:r>
              <a:rPr lang="es-ES" spc="130" dirty="0">
                <a:latin typeface="Trebuchet MS"/>
                <a:cs typeface="Trebuchet MS"/>
              </a:rPr>
              <a:t>o  </a:t>
            </a:r>
            <a:r>
              <a:rPr lang="es-ES" spc="195" dirty="0">
                <a:latin typeface="Trebuchet MS"/>
                <a:cs typeface="Trebuchet MS"/>
              </a:rPr>
              <a:t>a </a:t>
            </a:r>
            <a:r>
              <a:rPr lang="es-ES" spc="135" dirty="0">
                <a:latin typeface="Trebuchet MS"/>
                <a:cs typeface="Trebuchet MS"/>
              </a:rPr>
              <a:t>los </a:t>
            </a:r>
            <a:r>
              <a:rPr lang="es-ES" spc="155" dirty="0">
                <a:latin typeface="Trebuchet MS"/>
                <a:cs typeface="Trebuchet MS"/>
              </a:rPr>
              <a:t>datos </a:t>
            </a:r>
            <a:r>
              <a:rPr lang="es-ES" spc="25" dirty="0">
                <a:latin typeface="Trebuchet MS"/>
                <a:cs typeface="Trebuchet MS"/>
              </a:rPr>
              <a:t>de </a:t>
            </a:r>
            <a:r>
              <a:rPr lang="es-ES" spc="65" dirty="0">
                <a:latin typeface="Trebuchet MS"/>
                <a:cs typeface="Trebuchet MS"/>
              </a:rPr>
              <a:t>la</a:t>
            </a:r>
            <a:r>
              <a:rPr lang="es-ES" spc="275" dirty="0">
                <a:latin typeface="Trebuchet MS"/>
                <a:cs typeface="Trebuchet MS"/>
              </a:rPr>
              <a:t> </a:t>
            </a:r>
            <a:r>
              <a:rPr lang="es-ES" spc="130" dirty="0">
                <a:latin typeface="Trebuchet MS"/>
                <a:cs typeface="Trebuchet MS"/>
              </a:rPr>
              <a:t>misma</a:t>
            </a:r>
            <a:endParaRPr lang="es-ES" dirty="0">
              <a:latin typeface="Trebuchet MS"/>
              <a:cs typeface="Trebuchet MS"/>
            </a:endParaRPr>
          </a:p>
          <a:p>
            <a:r>
              <a:rPr lang="es-ES" spc="185" dirty="0">
                <a:latin typeface="Trebuchet MS"/>
                <a:cs typeface="Trebuchet MS"/>
              </a:rPr>
              <a:t>Los </a:t>
            </a:r>
            <a:r>
              <a:rPr lang="es-ES" spc="110" dirty="0">
                <a:latin typeface="Trebuchet MS"/>
                <a:cs typeface="Trebuchet MS"/>
              </a:rPr>
              <a:t>tipos </a:t>
            </a:r>
            <a:r>
              <a:rPr lang="es-ES" spc="25" dirty="0">
                <a:latin typeface="Trebuchet MS"/>
                <a:cs typeface="Trebuchet MS"/>
              </a:rPr>
              <a:t>de </a:t>
            </a:r>
            <a:r>
              <a:rPr lang="es-ES" spc="80" dirty="0">
                <a:latin typeface="Trebuchet MS"/>
                <a:cs typeface="Trebuchet MS"/>
              </a:rPr>
              <a:t>vulnerabilidades </a:t>
            </a:r>
            <a:r>
              <a:rPr lang="es-ES" spc="204" dirty="0">
                <a:latin typeface="Trebuchet MS"/>
                <a:cs typeface="Trebuchet MS"/>
              </a:rPr>
              <a:t>más </a:t>
            </a:r>
            <a:r>
              <a:rPr lang="es-ES" spc="90" dirty="0">
                <a:latin typeface="Trebuchet MS"/>
                <a:cs typeface="Trebuchet MS"/>
              </a:rPr>
              <a:t>habituales</a:t>
            </a:r>
            <a:r>
              <a:rPr lang="es-ES" spc="365" dirty="0">
                <a:latin typeface="Trebuchet MS"/>
                <a:cs typeface="Trebuchet MS"/>
              </a:rPr>
              <a:t> </a:t>
            </a:r>
            <a:r>
              <a:rPr lang="es-ES" spc="70" dirty="0">
                <a:latin typeface="Trebuchet MS"/>
                <a:cs typeface="Trebuchet MS"/>
              </a:rPr>
              <a:t>son:</a:t>
            </a:r>
            <a:endParaRPr lang="es-ES" dirty="0">
              <a:latin typeface="Trebuchet MS"/>
              <a:cs typeface="Trebuchet MS"/>
            </a:endParaRPr>
          </a:p>
          <a:p>
            <a:pPr lvl="1"/>
            <a:endParaRPr lang="es-ES" dirty="0"/>
          </a:p>
        </p:txBody>
      </p:sp>
      <p:sp>
        <p:nvSpPr>
          <p:cNvPr id="4" name="object 5"/>
          <p:cNvSpPr txBox="1"/>
          <p:nvPr/>
        </p:nvSpPr>
        <p:spPr>
          <a:xfrm>
            <a:off x="1370046" y="3793086"/>
            <a:ext cx="2927985" cy="1636345"/>
          </a:xfrm>
          <a:prstGeom prst="rect">
            <a:avLst/>
          </a:prstGeom>
        </p:spPr>
        <p:txBody>
          <a:bodyPr vert="horz" wrap="square" lIns="0" tIns="71120" rIns="0" bIns="0" rtlCol="0">
            <a:spAutoFit/>
          </a:bodyPr>
          <a:lstStyle/>
          <a:p>
            <a:pPr marL="184785" indent="-172720">
              <a:lnSpc>
                <a:spcPct val="100000"/>
              </a:lnSpc>
              <a:spcBef>
                <a:spcPts val="560"/>
              </a:spcBef>
              <a:buClr>
                <a:srgbClr val="FF3300"/>
              </a:buClr>
              <a:buSzPct val="94117"/>
              <a:buFont typeface="Wingdings"/>
              <a:buChar char=""/>
              <a:tabLst>
                <a:tab pos="185420" algn="l"/>
              </a:tabLst>
            </a:pPr>
            <a:r>
              <a:rPr sz="1700" i="1" spc="120" dirty="0">
                <a:latin typeface="Trebuchet MS"/>
                <a:cs typeface="Trebuchet MS"/>
              </a:rPr>
              <a:t>Stack </a:t>
            </a:r>
            <a:r>
              <a:rPr sz="1700" i="1" spc="-20" dirty="0">
                <a:latin typeface="Trebuchet MS"/>
                <a:cs typeface="Trebuchet MS"/>
              </a:rPr>
              <a:t>buffer</a:t>
            </a:r>
            <a:r>
              <a:rPr sz="1700" i="1" spc="70" dirty="0">
                <a:latin typeface="Trebuchet MS"/>
                <a:cs typeface="Trebuchet MS"/>
              </a:rPr>
              <a:t> </a:t>
            </a:r>
            <a:r>
              <a:rPr sz="1700" i="1" spc="45" dirty="0">
                <a:latin typeface="Trebuchet MS"/>
                <a:cs typeface="Trebuchet MS"/>
              </a:rPr>
              <a:t>overflows</a:t>
            </a:r>
            <a:endParaRPr sz="1700" dirty="0">
              <a:latin typeface="Trebuchet MS"/>
              <a:cs typeface="Trebuchet MS"/>
            </a:endParaRPr>
          </a:p>
          <a:p>
            <a:pPr marL="184785" indent="-172720">
              <a:lnSpc>
                <a:spcPct val="100000"/>
              </a:lnSpc>
              <a:spcBef>
                <a:spcPts val="465"/>
              </a:spcBef>
              <a:buClr>
                <a:srgbClr val="FF3300"/>
              </a:buClr>
              <a:buSzPct val="94117"/>
              <a:buFont typeface="Wingdings"/>
              <a:buChar char=""/>
              <a:tabLst>
                <a:tab pos="185420" algn="l"/>
              </a:tabLst>
            </a:pPr>
            <a:r>
              <a:rPr sz="1700" i="1" spc="30" dirty="0">
                <a:latin typeface="Trebuchet MS"/>
                <a:cs typeface="Trebuchet MS"/>
              </a:rPr>
              <a:t>Heap </a:t>
            </a:r>
            <a:r>
              <a:rPr sz="1700" i="1" spc="-20" dirty="0">
                <a:latin typeface="Trebuchet MS"/>
                <a:cs typeface="Trebuchet MS"/>
              </a:rPr>
              <a:t>buffer</a:t>
            </a:r>
            <a:r>
              <a:rPr sz="1700" i="1" spc="150" dirty="0">
                <a:latin typeface="Trebuchet MS"/>
                <a:cs typeface="Trebuchet MS"/>
              </a:rPr>
              <a:t> </a:t>
            </a:r>
            <a:r>
              <a:rPr sz="1700" i="1" spc="45" dirty="0">
                <a:latin typeface="Trebuchet MS"/>
                <a:cs typeface="Trebuchet MS"/>
              </a:rPr>
              <a:t>overflows</a:t>
            </a:r>
            <a:endParaRPr sz="1700" dirty="0">
              <a:latin typeface="Trebuchet MS"/>
              <a:cs typeface="Trebuchet MS"/>
            </a:endParaRPr>
          </a:p>
          <a:p>
            <a:pPr marL="184785" indent="-172720">
              <a:lnSpc>
                <a:spcPct val="100000"/>
              </a:lnSpc>
              <a:spcBef>
                <a:spcPts val="459"/>
              </a:spcBef>
              <a:buClr>
                <a:srgbClr val="FF3300"/>
              </a:buClr>
              <a:buSzPct val="94117"/>
              <a:buFont typeface="Wingdings"/>
              <a:buChar char=""/>
              <a:tabLst>
                <a:tab pos="185420" algn="l"/>
              </a:tabLst>
            </a:pPr>
            <a:r>
              <a:rPr sz="1700" i="1" spc="170" dirty="0">
                <a:latin typeface="Trebuchet MS"/>
                <a:cs typeface="Trebuchet MS"/>
              </a:rPr>
              <a:t>SQL</a:t>
            </a:r>
            <a:r>
              <a:rPr sz="1700" i="1" spc="95" dirty="0">
                <a:latin typeface="Trebuchet MS"/>
                <a:cs typeface="Trebuchet MS"/>
              </a:rPr>
              <a:t> </a:t>
            </a:r>
            <a:r>
              <a:rPr sz="1700" i="1" dirty="0">
                <a:latin typeface="Trebuchet MS"/>
                <a:cs typeface="Trebuchet MS"/>
              </a:rPr>
              <a:t>Injections</a:t>
            </a:r>
            <a:endParaRPr sz="1700" dirty="0">
              <a:latin typeface="Trebuchet MS"/>
              <a:cs typeface="Trebuchet MS"/>
            </a:endParaRPr>
          </a:p>
          <a:p>
            <a:pPr marL="184785" indent="-172720">
              <a:lnSpc>
                <a:spcPct val="100000"/>
              </a:lnSpc>
              <a:spcBef>
                <a:spcPts val="455"/>
              </a:spcBef>
              <a:buClr>
                <a:srgbClr val="FF3300"/>
              </a:buClr>
              <a:buSzPct val="94117"/>
              <a:buFont typeface="Wingdings"/>
              <a:buChar char=""/>
              <a:tabLst>
                <a:tab pos="185420" algn="l"/>
              </a:tabLst>
            </a:pPr>
            <a:r>
              <a:rPr sz="1700" i="1" spc="130" dirty="0">
                <a:latin typeface="Trebuchet MS"/>
                <a:cs typeface="Trebuchet MS"/>
              </a:rPr>
              <a:t>Cross </a:t>
            </a:r>
            <a:r>
              <a:rPr sz="1700" i="1" spc="40" dirty="0">
                <a:latin typeface="Trebuchet MS"/>
                <a:cs typeface="Trebuchet MS"/>
              </a:rPr>
              <a:t>Site </a:t>
            </a:r>
            <a:r>
              <a:rPr sz="1700" i="1" spc="45" dirty="0">
                <a:latin typeface="Trebuchet MS"/>
                <a:cs typeface="Trebuchet MS"/>
              </a:rPr>
              <a:t>Scripting</a:t>
            </a:r>
            <a:r>
              <a:rPr sz="1700" i="1" spc="120" dirty="0">
                <a:latin typeface="Trebuchet MS"/>
                <a:cs typeface="Trebuchet MS"/>
              </a:rPr>
              <a:t> </a:t>
            </a:r>
            <a:r>
              <a:rPr sz="1700" i="1" spc="145" dirty="0">
                <a:latin typeface="Trebuchet MS"/>
                <a:cs typeface="Trebuchet MS"/>
              </a:rPr>
              <a:t>(XSS)</a:t>
            </a:r>
            <a:endParaRPr sz="1700" dirty="0">
              <a:latin typeface="Trebuchet MS"/>
              <a:cs typeface="Trebuchet MS"/>
            </a:endParaRPr>
          </a:p>
          <a:p>
            <a:pPr marL="184785" indent="-172720">
              <a:lnSpc>
                <a:spcPct val="100000"/>
              </a:lnSpc>
              <a:spcBef>
                <a:spcPts val="465"/>
              </a:spcBef>
              <a:buClr>
                <a:srgbClr val="FF3300"/>
              </a:buClr>
              <a:buSzPct val="94117"/>
              <a:buFont typeface="Wingdings"/>
              <a:buChar char=""/>
              <a:tabLst>
                <a:tab pos="185420" algn="l"/>
              </a:tabLst>
            </a:pPr>
            <a:r>
              <a:rPr sz="1700" i="1" spc="30" dirty="0">
                <a:latin typeface="Trebuchet MS"/>
                <a:cs typeface="Trebuchet MS"/>
              </a:rPr>
              <a:t>Directory</a:t>
            </a:r>
            <a:r>
              <a:rPr sz="1700" i="1" spc="90" dirty="0">
                <a:latin typeface="Trebuchet MS"/>
                <a:cs typeface="Trebuchet MS"/>
              </a:rPr>
              <a:t> </a:t>
            </a:r>
            <a:r>
              <a:rPr sz="1700" i="1" spc="55" dirty="0">
                <a:latin typeface="Trebuchet MS"/>
                <a:cs typeface="Trebuchet MS"/>
              </a:rPr>
              <a:t>Traversal</a:t>
            </a:r>
            <a:endParaRPr sz="1700" dirty="0">
              <a:latin typeface="Trebuchet MS"/>
              <a:cs typeface="Trebuchet MS"/>
            </a:endParaRPr>
          </a:p>
        </p:txBody>
      </p:sp>
      <p:sp>
        <p:nvSpPr>
          <p:cNvPr id="5" name="object 6"/>
          <p:cNvSpPr txBox="1"/>
          <p:nvPr/>
        </p:nvSpPr>
        <p:spPr>
          <a:xfrm>
            <a:off x="5343025" y="3793086"/>
            <a:ext cx="3138805" cy="1636345"/>
          </a:xfrm>
          <a:prstGeom prst="rect">
            <a:avLst/>
          </a:prstGeom>
        </p:spPr>
        <p:txBody>
          <a:bodyPr vert="horz" wrap="square" lIns="0" tIns="71120" rIns="0" bIns="0" rtlCol="0">
            <a:spAutoFit/>
          </a:bodyPr>
          <a:lstStyle/>
          <a:p>
            <a:pPr marL="240029" indent="-227965">
              <a:lnSpc>
                <a:spcPct val="100000"/>
              </a:lnSpc>
              <a:spcBef>
                <a:spcPts val="560"/>
              </a:spcBef>
              <a:buClr>
                <a:srgbClr val="FF3300"/>
              </a:buClr>
              <a:buSzPct val="82352"/>
              <a:buFont typeface="Wingdings"/>
              <a:buChar char=""/>
              <a:tabLst>
                <a:tab pos="240029" algn="l"/>
                <a:tab pos="240665" algn="l"/>
              </a:tabLst>
            </a:pPr>
            <a:r>
              <a:rPr sz="1700" i="1" dirty="0">
                <a:latin typeface="Trebuchet MS"/>
                <a:cs typeface="Trebuchet MS"/>
              </a:rPr>
              <a:t>Authentication</a:t>
            </a:r>
            <a:r>
              <a:rPr sz="1700" i="1" spc="95" dirty="0">
                <a:latin typeface="Trebuchet MS"/>
                <a:cs typeface="Trebuchet MS"/>
              </a:rPr>
              <a:t> </a:t>
            </a:r>
            <a:r>
              <a:rPr sz="1700" i="1" spc="170" dirty="0">
                <a:latin typeface="Trebuchet MS"/>
                <a:cs typeface="Trebuchet MS"/>
              </a:rPr>
              <a:t>Bypass</a:t>
            </a:r>
            <a:endParaRPr sz="1700" dirty="0">
              <a:latin typeface="Trebuchet MS"/>
              <a:cs typeface="Trebuchet MS"/>
            </a:endParaRPr>
          </a:p>
          <a:p>
            <a:pPr marL="184785" indent="-172720">
              <a:lnSpc>
                <a:spcPct val="100000"/>
              </a:lnSpc>
              <a:spcBef>
                <a:spcPts val="465"/>
              </a:spcBef>
              <a:buClr>
                <a:srgbClr val="FF3300"/>
              </a:buClr>
              <a:buSzPct val="94117"/>
              <a:buFont typeface="Wingdings"/>
              <a:buChar char=""/>
              <a:tabLst>
                <a:tab pos="185420" algn="l"/>
              </a:tabLst>
            </a:pPr>
            <a:r>
              <a:rPr sz="1700" i="1" spc="10" dirty="0">
                <a:latin typeface="Trebuchet MS"/>
                <a:cs typeface="Trebuchet MS"/>
              </a:rPr>
              <a:t>Information</a:t>
            </a:r>
            <a:r>
              <a:rPr sz="1700" i="1" spc="90" dirty="0">
                <a:latin typeface="Trebuchet MS"/>
                <a:cs typeface="Trebuchet MS"/>
              </a:rPr>
              <a:t> </a:t>
            </a:r>
            <a:r>
              <a:rPr sz="1700" i="1" spc="55" dirty="0">
                <a:latin typeface="Trebuchet MS"/>
                <a:cs typeface="Trebuchet MS"/>
              </a:rPr>
              <a:t>Disclosure</a:t>
            </a:r>
            <a:endParaRPr sz="1700" dirty="0">
              <a:latin typeface="Trebuchet MS"/>
              <a:cs typeface="Trebuchet MS"/>
            </a:endParaRPr>
          </a:p>
          <a:p>
            <a:pPr marL="185420" indent="-173355">
              <a:lnSpc>
                <a:spcPct val="100000"/>
              </a:lnSpc>
              <a:spcBef>
                <a:spcPts val="459"/>
              </a:spcBef>
              <a:buClr>
                <a:srgbClr val="FF3300"/>
              </a:buClr>
              <a:buSzPct val="94117"/>
              <a:buFont typeface="Wingdings"/>
              <a:buChar char=""/>
              <a:tabLst>
                <a:tab pos="186055" algn="l"/>
              </a:tabLst>
            </a:pPr>
            <a:r>
              <a:rPr sz="1700" i="1" spc="40" dirty="0">
                <a:latin typeface="Trebuchet MS"/>
                <a:cs typeface="Trebuchet MS"/>
              </a:rPr>
              <a:t>Escalamiento </a:t>
            </a:r>
            <a:r>
              <a:rPr sz="1700" i="1" spc="-25" dirty="0">
                <a:latin typeface="Trebuchet MS"/>
                <a:cs typeface="Trebuchet MS"/>
              </a:rPr>
              <a:t>de</a:t>
            </a:r>
            <a:r>
              <a:rPr sz="1700" i="1" spc="140" dirty="0">
                <a:latin typeface="Trebuchet MS"/>
                <a:cs typeface="Trebuchet MS"/>
              </a:rPr>
              <a:t> </a:t>
            </a:r>
            <a:r>
              <a:rPr sz="1700" i="1" spc="10" dirty="0">
                <a:latin typeface="Trebuchet MS"/>
                <a:cs typeface="Trebuchet MS"/>
              </a:rPr>
              <a:t>privilegios</a:t>
            </a:r>
            <a:endParaRPr sz="1700" dirty="0">
              <a:latin typeface="Trebuchet MS"/>
              <a:cs typeface="Trebuchet MS"/>
            </a:endParaRPr>
          </a:p>
          <a:p>
            <a:pPr marL="184785" indent="-172720">
              <a:lnSpc>
                <a:spcPct val="100000"/>
              </a:lnSpc>
              <a:spcBef>
                <a:spcPts val="455"/>
              </a:spcBef>
              <a:buClr>
                <a:srgbClr val="FF3300"/>
              </a:buClr>
              <a:buSzPct val="94117"/>
              <a:buFont typeface="Wingdings"/>
              <a:buChar char=""/>
              <a:tabLst>
                <a:tab pos="185420" algn="l"/>
              </a:tabLst>
            </a:pPr>
            <a:r>
              <a:rPr sz="1700" i="1" spc="25" dirty="0">
                <a:latin typeface="Trebuchet MS"/>
                <a:cs typeface="Trebuchet MS"/>
              </a:rPr>
              <a:t>Manejo </a:t>
            </a:r>
            <a:r>
              <a:rPr sz="1700" i="1" spc="40" dirty="0">
                <a:latin typeface="Trebuchet MS"/>
                <a:cs typeface="Trebuchet MS"/>
              </a:rPr>
              <a:t>inseguro </a:t>
            </a:r>
            <a:r>
              <a:rPr sz="1700" i="1" spc="-25" dirty="0">
                <a:latin typeface="Trebuchet MS"/>
                <a:cs typeface="Trebuchet MS"/>
              </a:rPr>
              <a:t>de</a:t>
            </a:r>
            <a:r>
              <a:rPr sz="1700" i="1" spc="200" dirty="0">
                <a:latin typeface="Trebuchet MS"/>
                <a:cs typeface="Trebuchet MS"/>
              </a:rPr>
              <a:t> </a:t>
            </a:r>
            <a:r>
              <a:rPr sz="1700" i="1" spc="75" dirty="0">
                <a:latin typeface="Trebuchet MS"/>
                <a:cs typeface="Trebuchet MS"/>
              </a:rPr>
              <a:t>sesiones</a:t>
            </a:r>
            <a:endParaRPr sz="1700" dirty="0">
              <a:latin typeface="Trebuchet MS"/>
              <a:cs typeface="Trebuchet MS"/>
            </a:endParaRPr>
          </a:p>
          <a:p>
            <a:pPr marL="184785" indent="-172720">
              <a:lnSpc>
                <a:spcPct val="100000"/>
              </a:lnSpc>
              <a:spcBef>
                <a:spcPts val="465"/>
              </a:spcBef>
              <a:buClr>
                <a:srgbClr val="FF3300"/>
              </a:buClr>
              <a:buSzPct val="94117"/>
              <a:buFont typeface="Wingdings"/>
              <a:buChar char=""/>
              <a:tabLst>
                <a:tab pos="185420" algn="l"/>
              </a:tabLst>
            </a:pPr>
            <a:r>
              <a:rPr sz="1700" i="1" spc="35" dirty="0">
                <a:latin typeface="Trebuchet MS"/>
                <a:cs typeface="Trebuchet MS"/>
              </a:rPr>
              <a:t>Denegación </a:t>
            </a:r>
            <a:r>
              <a:rPr sz="1700" i="1" spc="-25" dirty="0">
                <a:latin typeface="Trebuchet MS"/>
                <a:cs typeface="Trebuchet MS"/>
              </a:rPr>
              <a:t>de</a:t>
            </a:r>
            <a:r>
              <a:rPr sz="1700" i="1" spc="145" dirty="0">
                <a:latin typeface="Trebuchet MS"/>
                <a:cs typeface="Trebuchet MS"/>
              </a:rPr>
              <a:t> </a:t>
            </a:r>
            <a:r>
              <a:rPr sz="1700" i="1" spc="35" dirty="0">
                <a:latin typeface="Trebuchet MS"/>
                <a:cs typeface="Trebuchet MS"/>
              </a:rPr>
              <a:t>servicio</a:t>
            </a:r>
            <a:endParaRPr sz="1700" dirty="0">
              <a:latin typeface="Trebuchet MS"/>
              <a:cs typeface="Trebuchet MS"/>
            </a:endParaRPr>
          </a:p>
        </p:txBody>
      </p:sp>
      <p:sp>
        <p:nvSpPr>
          <p:cNvPr id="6" name="object 7"/>
          <p:cNvSpPr/>
          <p:nvPr/>
        </p:nvSpPr>
        <p:spPr>
          <a:xfrm>
            <a:off x="9892585" y="4611258"/>
            <a:ext cx="1871472" cy="123672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362295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pc="190" dirty="0">
                <a:latin typeface="Trebuchet MS"/>
                <a:cs typeface="Trebuchet MS"/>
              </a:rPr>
              <a:t>Buenas </a:t>
            </a:r>
            <a:r>
              <a:rPr lang="es-ES" spc="130" dirty="0">
                <a:latin typeface="Trebuchet MS"/>
                <a:cs typeface="Trebuchet MS"/>
              </a:rPr>
              <a:t>prácticas </a:t>
            </a:r>
            <a:r>
              <a:rPr lang="es-ES" spc="175" dirty="0">
                <a:latin typeface="Trebuchet MS"/>
                <a:cs typeface="Trebuchet MS"/>
              </a:rPr>
              <a:t>para </a:t>
            </a:r>
            <a:r>
              <a:rPr lang="es-ES" spc="140" dirty="0">
                <a:latin typeface="Trebuchet MS"/>
                <a:cs typeface="Trebuchet MS"/>
              </a:rPr>
              <a:t>una </a:t>
            </a:r>
            <a:r>
              <a:rPr lang="es-ES" spc="65" dirty="0" smtClean="0">
                <a:latin typeface="Trebuchet MS"/>
                <a:cs typeface="Trebuchet MS"/>
              </a:rPr>
              <a:t>codificación </a:t>
            </a:r>
            <a:r>
              <a:rPr lang="es-ES" spc="170" dirty="0" smtClean="0">
                <a:latin typeface="Trebuchet MS"/>
                <a:cs typeface="Trebuchet MS"/>
              </a:rPr>
              <a:t>segura</a:t>
            </a:r>
            <a:endParaRPr lang="es-ES" dirty="0"/>
          </a:p>
        </p:txBody>
      </p:sp>
      <p:sp>
        <p:nvSpPr>
          <p:cNvPr id="3" name="Marcador de contenido 2"/>
          <p:cNvSpPr>
            <a:spLocks noGrp="1"/>
          </p:cNvSpPr>
          <p:nvPr>
            <p:ph idx="1"/>
          </p:nvPr>
        </p:nvSpPr>
        <p:spPr/>
        <p:txBody>
          <a:bodyPr>
            <a:normAutofit fontScale="77500" lnSpcReduction="20000"/>
          </a:bodyPr>
          <a:lstStyle/>
          <a:p>
            <a:pPr marL="277495" indent="-265430">
              <a:lnSpc>
                <a:spcPct val="100000"/>
              </a:lnSpc>
              <a:buClr>
                <a:srgbClr val="FF3300"/>
              </a:buClr>
              <a:buFont typeface="Wingdings"/>
              <a:buChar char=""/>
              <a:tabLst>
                <a:tab pos="277495" algn="l"/>
                <a:tab pos="278130" algn="l"/>
              </a:tabLst>
            </a:pPr>
            <a:r>
              <a:rPr lang="es-ES" spc="100" dirty="0">
                <a:latin typeface="Trebuchet MS"/>
                <a:cs typeface="Trebuchet MS"/>
              </a:rPr>
              <a:t>Validar </a:t>
            </a:r>
            <a:r>
              <a:rPr lang="es-ES" spc="80" dirty="0">
                <a:latin typeface="Trebuchet MS"/>
                <a:cs typeface="Trebuchet MS"/>
              </a:rPr>
              <a:t>siempre </a:t>
            </a:r>
            <a:r>
              <a:rPr lang="es-ES" spc="140" dirty="0">
                <a:latin typeface="Trebuchet MS"/>
                <a:cs typeface="Trebuchet MS"/>
              </a:rPr>
              <a:t>los </a:t>
            </a:r>
            <a:r>
              <a:rPr lang="es-ES" spc="155" dirty="0">
                <a:latin typeface="Trebuchet MS"/>
                <a:cs typeface="Trebuchet MS"/>
              </a:rPr>
              <a:t>datos </a:t>
            </a:r>
            <a:r>
              <a:rPr lang="es-ES" spc="30" dirty="0">
                <a:latin typeface="Trebuchet MS"/>
                <a:cs typeface="Trebuchet MS"/>
              </a:rPr>
              <a:t>de </a:t>
            </a:r>
            <a:r>
              <a:rPr lang="es-ES" spc="100" dirty="0">
                <a:latin typeface="Trebuchet MS"/>
                <a:cs typeface="Trebuchet MS"/>
              </a:rPr>
              <a:t>entrada </a:t>
            </a:r>
            <a:r>
              <a:rPr lang="es-ES" spc="125" dirty="0">
                <a:latin typeface="Trebuchet MS"/>
                <a:cs typeface="Trebuchet MS"/>
              </a:rPr>
              <a:t>antes </a:t>
            </a:r>
            <a:r>
              <a:rPr lang="es-ES" spc="25" dirty="0">
                <a:latin typeface="Trebuchet MS"/>
                <a:cs typeface="Trebuchet MS"/>
              </a:rPr>
              <a:t>de</a:t>
            </a:r>
            <a:r>
              <a:rPr lang="es-ES" spc="515" dirty="0">
                <a:latin typeface="Trebuchet MS"/>
                <a:cs typeface="Trebuchet MS"/>
              </a:rPr>
              <a:t> </a:t>
            </a:r>
            <a:r>
              <a:rPr lang="es-ES" spc="135" dirty="0">
                <a:latin typeface="Trebuchet MS"/>
                <a:cs typeface="Trebuchet MS"/>
              </a:rPr>
              <a:t>procesarlos</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140" dirty="0">
                <a:latin typeface="Trebuchet MS"/>
                <a:cs typeface="Trebuchet MS"/>
              </a:rPr>
              <a:t>Nunca </a:t>
            </a:r>
            <a:r>
              <a:rPr lang="es-ES" spc="90" dirty="0">
                <a:latin typeface="Trebuchet MS"/>
                <a:cs typeface="Trebuchet MS"/>
              </a:rPr>
              <a:t>confiar </a:t>
            </a:r>
            <a:r>
              <a:rPr lang="es-ES" spc="30" dirty="0">
                <a:latin typeface="Trebuchet MS"/>
                <a:cs typeface="Trebuchet MS"/>
              </a:rPr>
              <a:t>en </a:t>
            </a:r>
            <a:r>
              <a:rPr lang="es-ES" spc="50" dirty="0">
                <a:latin typeface="Trebuchet MS"/>
                <a:cs typeface="Trebuchet MS"/>
              </a:rPr>
              <a:t>que </a:t>
            </a:r>
            <a:r>
              <a:rPr lang="es-ES" spc="135" dirty="0">
                <a:latin typeface="Trebuchet MS"/>
                <a:cs typeface="Trebuchet MS"/>
              </a:rPr>
              <a:t>los </a:t>
            </a:r>
            <a:r>
              <a:rPr lang="es-ES" spc="155" dirty="0">
                <a:latin typeface="Trebuchet MS"/>
                <a:cs typeface="Trebuchet MS"/>
              </a:rPr>
              <a:t>datos </a:t>
            </a:r>
            <a:r>
              <a:rPr lang="es-ES" spc="80" dirty="0">
                <a:latin typeface="Trebuchet MS"/>
                <a:cs typeface="Trebuchet MS"/>
              </a:rPr>
              <a:t>recibidos </a:t>
            </a:r>
            <a:r>
              <a:rPr lang="es-ES" spc="150" dirty="0">
                <a:latin typeface="Trebuchet MS"/>
                <a:cs typeface="Trebuchet MS"/>
              </a:rPr>
              <a:t>sean</a:t>
            </a:r>
            <a:r>
              <a:rPr lang="es-ES" spc="550" dirty="0">
                <a:latin typeface="Trebuchet MS"/>
                <a:cs typeface="Trebuchet MS"/>
              </a:rPr>
              <a:t> </a:t>
            </a:r>
            <a:r>
              <a:rPr lang="es-ES" spc="70" dirty="0">
                <a:latin typeface="Trebuchet MS"/>
                <a:cs typeface="Trebuchet MS"/>
              </a:rPr>
              <a:t>correctos.</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110" dirty="0">
                <a:latin typeface="Trebuchet MS"/>
                <a:cs typeface="Trebuchet MS"/>
              </a:rPr>
              <a:t>Realizar </a:t>
            </a:r>
            <a:r>
              <a:rPr lang="es-ES" spc="85" dirty="0">
                <a:latin typeface="Trebuchet MS"/>
                <a:cs typeface="Trebuchet MS"/>
              </a:rPr>
              <a:t>validación </a:t>
            </a:r>
            <a:r>
              <a:rPr lang="es-ES" spc="25" dirty="0">
                <a:latin typeface="Trebuchet MS"/>
                <a:cs typeface="Trebuchet MS"/>
              </a:rPr>
              <a:t>de </a:t>
            </a:r>
            <a:r>
              <a:rPr lang="es-ES" spc="155" dirty="0">
                <a:latin typeface="Trebuchet MS"/>
                <a:cs typeface="Trebuchet MS"/>
              </a:rPr>
              <a:t>datos </a:t>
            </a:r>
            <a:r>
              <a:rPr lang="es-ES" spc="30" dirty="0">
                <a:latin typeface="Trebuchet MS"/>
                <a:cs typeface="Trebuchet MS"/>
              </a:rPr>
              <a:t>en </a:t>
            </a:r>
            <a:r>
              <a:rPr lang="es-ES" spc="155" dirty="0">
                <a:latin typeface="Trebuchet MS"/>
                <a:cs typeface="Trebuchet MS"/>
              </a:rPr>
              <a:t>todas las</a:t>
            </a:r>
            <a:r>
              <a:rPr lang="es-ES" spc="509" dirty="0">
                <a:latin typeface="Trebuchet MS"/>
                <a:cs typeface="Trebuchet MS"/>
              </a:rPr>
              <a:t> </a:t>
            </a:r>
            <a:r>
              <a:rPr lang="es-ES" spc="175" dirty="0">
                <a:latin typeface="Trebuchet MS"/>
                <a:cs typeface="Trebuchet MS"/>
              </a:rPr>
              <a:t>capas</a:t>
            </a:r>
            <a:endParaRPr lang="es-ES" dirty="0">
              <a:latin typeface="Trebuchet MS"/>
              <a:cs typeface="Trebuchet MS"/>
            </a:endParaRPr>
          </a:p>
          <a:p>
            <a:pPr marL="277495" indent="-265430">
              <a:lnSpc>
                <a:spcPct val="100000"/>
              </a:lnSpc>
              <a:spcBef>
                <a:spcPts val="650"/>
              </a:spcBef>
              <a:buClr>
                <a:srgbClr val="FF3300"/>
              </a:buClr>
              <a:buFont typeface="Wingdings"/>
              <a:buChar char=""/>
              <a:tabLst>
                <a:tab pos="277495" algn="l"/>
                <a:tab pos="278130" algn="l"/>
              </a:tabLst>
            </a:pPr>
            <a:r>
              <a:rPr lang="es-ES" spc="225" dirty="0">
                <a:latin typeface="Trebuchet MS"/>
                <a:cs typeface="Trebuchet MS"/>
              </a:rPr>
              <a:t>Usar </a:t>
            </a:r>
            <a:r>
              <a:rPr lang="es-ES" spc="80" dirty="0">
                <a:latin typeface="Trebuchet MS"/>
                <a:cs typeface="Trebuchet MS"/>
              </a:rPr>
              <a:t>siempre </a:t>
            </a:r>
            <a:r>
              <a:rPr lang="es-ES" spc="50" dirty="0">
                <a:latin typeface="Trebuchet MS"/>
                <a:cs typeface="Trebuchet MS"/>
              </a:rPr>
              <a:t>criterio </a:t>
            </a:r>
            <a:r>
              <a:rPr lang="es-ES" spc="25" dirty="0">
                <a:latin typeface="Trebuchet MS"/>
                <a:cs typeface="Trebuchet MS"/>
              </a:rPr>
              <a:t>de </a:t>
            </a:r>
            <a:r>
              <a:rPr lang="es-ES" spc="40" dirty="0">
                <a:latin typeface="Trebuchet MS"/>
                <a:cs typeface="Trebuchet MS"/>
              </a:rPr>
              <a:t>“White </a:t>
            </a:r>
            <a:r>
              <a:rPr lang="es-ES" spc="25" dirty="0" err="1">
                <a:latin typeface="Trebuchet MS"/>
                <a:cs typeface="Trebuchet MS"/>
              </a:rPr>
              <a:t>List</a:t>
            </a:r>
            <a:r>
              <a:rPr lang="es-ES" spc="25" dirty="0">
                <a:latin typeface="Trebuchet MS"/>
                <a:cs typeface="Trebuchet MS"/>
              </a:rPr>
              <a:t>” en </a:t>
            </a:r>
            <a:r>
              <a:rPr lang="es-ES" spc="155" dirty="0">
                <a:latin typeface="Trebuchet MS"/>
                <a:cs typeface="Trebuchet MS"/>
              </a:rPr>
              <a:t>las</a:t>
            </a:r>
            <a:r>
              <a:rPr lang="es-ES" spc="770" dirty="0">
                <a:latin typeface="Trebuchet MS"/>
                <a:cs typeface="Trebuchet MS"/>
              </a:rPr>
              <a:t> </a:t>
            </a:r>
            <a:r>
              <a:rPr lang="es-ES" spc="95" dirty="0">
                <a:latin typeface="Trebuchet MS"/>
                <a:cs typeface="Trebuchet MS"/>
              </a:rPr>
              <a:t>validaciones</a:t>
            </a:r>
            <a:endParaRPr lang="es-ES" dirty="0">
              <a:latin typeface="Trebuchet MS"/>
              <a:cs typeface="Trebuchet MS"/>
            </a:endParaRPr>
          </a:p>
          <a:p>
            <a:pPr marL="277495" indent="-265430">
              <a:lnSpc>
                <a:spcPct val="100000"/>
              </a:lnSpc>
              <a:spcBef>
                <a:spcPts val="650"/>
              </a:spcBef>
              <a:buClr>
                <a:srgbClr val="FF3300"/>
              </a:buClr>
              <a:buFont typeface="Wingdings"/>
              <a:buChar char=""/>
              <a:tabLst>
                <a:tab pos="277495" algn="l"/>
                <a:tab pos="278130" algn="l"/>
              </a:tabLst>
            </a:pPr>
            <a:r>
              <a:rPr lang="es-ES" spc="100" dirty="0">
                <a:latin typeface="Trebuchet MS"/>
                <a:cs typeface="Trebuchet MS"/>
              </a:rPr>
              <a:t>Controlar </a:t>
            </a:r>
            <a:r>
              <a:rPr lang="es-ES" spc="120" dirty="0">
                <a:latin typeface="Trebuchet MS"/>
                <a:cs typeface="Trebuchet MS"/>
              </a:rPr>
              <a:t>tamaño </a:t>
            </a:r>
            <a:r>
              <a:rPr lang="es-ES" spc="195" dirty="0">
                <a:latin typeface="Trebuchet MS"/>
                <a:cs typeface="Trebuchet MS"/>
              </a:rPr>
              <a:t>y </a:t>
            </a:r>
            <a:r>
              <a:rPr lang="es-ES" spc="55" dirty="0">
                <a:latin typeface="Trebuchet MS"/>
                <a:cs typeface="Trebuchet MS"/>
              </a:rPr>
              <a:t>tipo </a:t>
            </a:r>
            <a:r>
              <a:rPr lang="es-ES" spc="25" dirty="0">
                <a:latin typeface="Trebuchet MS"/>
                <a:cs typeface="Trebuchet MS"/>
              </a:rPr>
              <a:t>de</a:t>
            </a:r>
            <a:r>
              <a:rPr lang="es-ES" spc="300" dirty="0">
                <a:latin typeface="Trebuchet MS"/>
                <a:cs typeface="Trebuchet MS"/>
              </a:rPr>
              <a:t> </a:t>
            </a:r>
            <a:r>
              <a:rPr lang="es-ES" spc="155" dirty="0">
                <a:latin typeface="Trebuchet MS"/>
                <a:cs typeface="Trebuchet MS"/>
              </a:rPr>
              <a:t>datos</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60" dirty="0">
                <a:latin typeface="Trebuchet MS"/>
                <a:cs typeface="Trebuchet MS"/>
              </a:rPr>
              <a:t>“</a:t>
            </a:r>
            <a:r>
              <a:rPr lang="es-ES" b="1" spc="60" dirty="0">
                <a:latin typeface="Trebuchet MS"/>
                <a:cs typeface="Trebuchet MS"/>
              </a:rPr>
              <a:t>Sanitizar</a:t>
            </a:r>
            <a:r>
              <a:rPr lang="es-ES" spc="60" dirty="0">
                <a:latin typeface="Trebuchet MS"/>
                <a:cs typeface="Trebuchet MS"/>
              </a:rPr>
              <a:t>” </a:t>
            </a:r>
            <a:r>
              <a:rPr lang="es-ES" spc="135" dirty="0">
                <a:latin typeface="Trebuchet MS"/>
                <a:cs typeface="Trebuchet MS"/>
              </a:rPr>
              <a:t>los </a:t>
            </a:r>
            <a:r>
              <a:rPr lang="es-ES" spc="130" dirty="0">
                <a:latin typeface="Trebuchet MS"/>
                <a:cs typeface="Trebuchet MS"/>
              </a:rPr>
              <a:t>valores </a:t>
            </a:r>
            <a:r>
              <a:rPr lang="es-ES" spc="30" dirty="0">
                <a:latin typeface="Trebuchet MS"/>
                <a:cs typeface="Trebuchet MS"/>
              </a:rPr>
              <a:t>de </a:t>
            </a:r>
            <a:r>
              <a:rPr lang="es-ES" spc="100" dirty="0">
                <a:latin typeface="Trebuchet MS"/>
                <a:cs typeface="Trebuchet MS"/>
              </a:rPr>
              <a:t>entrada </a:t>
            </a:r>
            <a:r>
              <a:rPr lang="es-ES" spc="195" dirty="0">
                <a:latin typeface="Trebuchet MS"/>
                <a:cs typeface="Trebuchet MS"/>
              </a:rPr>
              <a:t>y</a:t>
            </a:r>
            <a:r>
              <a:rPr lang="es-ES" spc="480" dirty="0">
                <a:latin typeface="Trebuchet MS"/>
                <a:cs typeface="Trebuchet MS"/>
              </a:rPr>
              <a:t> </a:t>
            </a:r>
            <a:r>
              <a:rPr lang="es-ES" spc="114" dirty="0">
                <a:latin typeface="Trebuchet MS"/>
                <a:cs typeface="Trebuchet MS"/>
              </a:rPr>
              <a:t>salida</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75" dirty="0">
                <a:latin typeface="Trebuchet MS"/>
                <a:cs typeface="Trebuchet MS"/>
              </a:rPr>
              <a:t>Eliminar </a:t>
            </a:r>
            <a:r>
              <a:rPr lang="es-ES" spc="130" dirty="0">
                <a:latin typeface="Trebuchet MS"/>
                <a:cs typeface="Trebuchet MS"/>
              </a:rPr>
              <a:t>o </a:t>
            </a:r>
            <a:r>
              <a:rPr lang="es-ES" spc="40" dirty="0">
                <a:latin typeface="Trebuchet MS"/>
                <a:cs typeface="Trebuchet MS"/>
              </a:rPr>
              <a:t>“escapear” </a:t>
            </a:r>
            <a:r>
              <a:rPr lang="es-ES" spc="110" dirty="0">
                <a:latin typeface="Trebuchet MS"/>
                <a:cs typeface="Trebuchet MS"/>
              </a:rPr>
              <a:t>caracteres</a:t>
            </a:r>
            <a:r>
              <a:rPr lang="es-ES" spc="370" dirty="0">
                <a:latin typeface="Trebuchet MS"/>
                <a:cs typeface="Trebuchet MS"/>
              </a:rPr>
              <a:t> </a:t>
            </a:r>
            <a:r>
              <a:rPr lang="es-ES" spc="80" dirty="0">
                <a:latin typeface="Trebuchet MS"/>
                <a:cs typeface="Trebuchet MS"/>
              </a:rPr>
              <a:t>especiales</a:t>
            </a:r>
            <a:endParaRPr lang="es-ES" dirty="0">
              <a:latin typeface="Trebuchet MS"/>
              <a:cs typeface="Trebuchet MS"/>
            </a:endParaRPr>
          </a:p>
          <a:p>
            <a:pPr marL="277495" indent="-265430">
              <a:lnSpc>
                <a:spcPct val="100000"/>
              </a:lnSpc>
              <a:spcBef>
                <a:spcPts val="645"/>
              </a:spcBef>
              <a:buClr>
                <a:srgbClr val="FF3300"/>
              </a:buClr>
              <a:buFont typeface="Wingdings"/>
              <a:buChar char=""/>
              <a:tabLst>
                <a:tab pos="277495" algn="l"/>
                <a:tab pos="278130" algn="l"/>
              </a:tabLst>
            </a:pPr>
            <a:r>
              <a:rPr lang="es-ES" spc="145" dirty="0">
                <a:latin typeface="Trebuchet MS"/>
                <a:cs typeface="Trebuchet MS"/>
              </a:rPr>
              <a:t>Transformar </a:t>
            </a:r>
            <a:r>
              <a:rPr lang="es-ES" spc="135" dirty="0">
                <a:latin typeface="Trebuchet MS"/>
                <a:cs typeface="Trebuchet MS"/>
              </a:rPr>
              <a:t>los </a:t>
            </a:r>
            <a:r>
              <a:rPr lang="es-ES" spc="155" dirty="0">
                <a:latin typeface="Trebuchet MS"/>
                <a:cs typeface="Trebuchet MS"/>
              </a:rPr>
              <a:t>datos </a:t>
            </a:r>
            <a:r>
              <a:rPr lang="es-ES" spc="30" dirty="0">
                <a:latin typeface="Trebuchet MS"/>
                <a:cs typeface="Trebuchet MS"/>
              </a:rPr>
              <a:t>de </a:t>
            </a:r>
            <a:r>
              <a:rPr lang="es-ES" spc="100" dirty="0">
                <a:latin typeface="Trebuchet MS"/>
                <a:cs typeface="Trebuchet MS"/>
              </a:rPr>
              <a:t>entrada </a:t>
            </a:r>
            <a:r>
              <a:rPr lang="es-ES" spc="195" dirty="0">
                <a:latin typeface="Trebuchet MS"/>
                <a:cs typeface="Trebuchet MS"/>
              </a:rPr>
              <a:t>a </a:t>
            </a:r>
            <a:r>
              <a:rPr lang="es-ES" spc="95" dirty="0">
                <a:latin typeface="Trebuchet MS"/>
                <a:cs typeface="Trebuchet MS"/>
              </a:rPr>
              <a:t>un </a:t>
            </a:r>
            <a:r>
              <a:rPr lang="es-ES" dirty="0">
                <a:latin typeface="Trebuchet MS"/>
                <a:cs typeface="Trebuchet MS"/>
              </a:rPr>
              <a:t>“</a:t>
            </a:r>
            <a:r>
              <a:rPr lang="es-ES" dirty="0" err="1">
                <a:latin typeface="Trebuchet MS"/>
                <a:cs typeface="Trebuchet MS"/>
              </a:rPr>
              <a:t>encoding</a:t>
            </a:r>
            <a:r>
              <a:rPr lang="es-ES" dirty="0">
                <a:latin typeface="Trebuchet MS"/>
                <a:cs typeface="Trebuchet MS"/>
              </a:rPr>
              <a:t>”</a:t>
            </a:r>
            <a:r>
              <a:rPr lang="es-ES" spc="385" dirty="0">
                <a:latin typeface="Trebuchet MS"/>
                <a:cs typeface="Trebuchet MS"/>
              </a:rPr>
              <a:t> </a:t>
            </a:r>
            <a:r>
              <a:rPr lang="es-ES" spc="70" dirty="0">
                <a:latin typeface="Trebuchet MS"/>
                <a:cs typeface="Trebuchet MS"/>
              </a:rPr>
              <a:t>establecido</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105" dirty="0">
                <a:latin typeface="Trebuchet MS"/>
                <a:cs typeface="Trebuchet MS"/>
              </a:rPr>
              <a:t>Reemplazar </a:t>
            </a:r>
            <a:r>
              <a:rPr lang="es-ES" spc="100" dirty="0">
                <a:latin typeface="Trebuchet MS"/>
                <a:cs typeface="Trebuchet MS"/>
              </a:rPr>
              <a:t>sentencias </a:t>
            </a:r>
            <a:r>
              <a:rPr lang="es-ES" spc="250" dirty="0">
                <a:latin typeface="Trebuchet MS"/>
                <a:cs typeface="Trebuchet MS"/>
              </a:rPr>
              <a:t>SQL </a:t>
            </a:r>
            <a:r>
              <a:rPr lang="es-ES" spc="105" dirty="0">
                <a:latin typeface="Trebuchet MS"/>
                <a:cs typeface="Trebuchet MS"/>
              </a:rPr>
              <a:t>dinámicas </a:t>
            </a:r>
            <a:r>
              <a:rPr lang="es-ES" spc="120" dirty="0">
                <a:latin typeface="Trebuchet MS"/>
                <a:cs typeface="Trebuchet MS"/>
              </a:rPr>
              <a:t>por </a:t>
            </a:r>
            <a:r>
              <a:rPr lang="es-ES" spc="140" dirty="0" err="1">
                <a:latin typeface="Trebuchet MS"/>
                <a:cs typeface="Trebuchet MS"/>
              </a:rPr>
              <a:t>Stored</a:t>
            </a:r>
            <a:r>
              <a:rPr lang="es-ES" spc="300" dirty="0">
                <a:latin typeface="Trebuchet MS"/>
                <a:cs typeface="Trebuchet MS"/>
              </a:rPr>
              <a:t> </a:t>
            </a:r>
            <a:r>
              <a:rPr lang="es-ES" spc="125" dirty="0" err="1">
                <a:latin typeface="Trebuchet MS"/>
                <a:cs typeface="Trebuchet MS"/>
              </a:rPr>
              <a:t>Procedures</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130" dirty="0">
                <a:latin typeface="Trebuchet MS"/>
                <a:cs typeface="Trebuchet MS"/>
              </a:rPr>
              <a:t>Evitar </a:t>
            </a:r>
            <a:r>
              <a:rPr lang="es-ES" spc="100" dirty="0">
                <a:latin typeface="Trebuchet MS"/>
                <a:cs typeface="Trebuchet MS"/>
              </a:rPr>
              <a:t>generar </a:t>
            </a:r>
            <a:r>
              <a:rPr lang="es-ES" spc="95" dirty="0">
                <a:latin typeface="Trebuchet MS"/>
                <a:cs typeface="Trebuchet MS"/>
              </a:rPr>
              <a:t>código </a:t>
            </a:r>
            <a:r>
              <a:rPr lang="es-ES" spc="90" dirty="0">
                <a:latin typeface="Trebuchet MS"/>
                <a:cs typeface="Trebuchet MS"/>
              </a:rPr>
              <a:t>con </a:t>
            </a:r>
            <a:r>
              <a:rPr lang="es-ES" spc="130" dirty="0">
                <a:latin typeface="Trebuchet MS"/>
                <a:cs typeface="Trebuchet MS"/>
              </a:rPr>
              <a:t>valores </a:t>
            </a:r>
            <a:r>
              <a:rPr lang="es-ES" spc="145" dirty="0">
                <a:latin typeface="Trebuchet MS"/>
                <a:cs typeface="Trebuchet MS"/>
              </a:rPr>
              <a:t>ingresados </a:t>
            </a:r>
            <a:r>
              <a:rPr lang="es-ES" spc="120" dirty="0">
                <a:latin typeface="Trebuchet MS"/>
                <a:cs typeface="Trebuchet MS"/>
              </a:rPr>
              <a:t>por </a:t>
            </a:r>
            <a:r>
              <a:rPr lang="es-ES" spc="-50" dirty="0">
                <a:latin typeface="Trebuchet MS"/>
                <a:cs typeface="Trebuchet MS"/>
              </a:rPr>
              <a:t>el </a:t>
            </a:r>
            <a:r>
              <a:rPr lang="es-ES" spc="140" dirty="0">
                <a:latin typeface="Trebuchet MS"/>
                <a:cs typeface="Trebuchet MS"/>
              </a:rPr>
              <a:t>usuario</a:t>
            </a:r>
            <a:endParaRPr lang="es-ES" dirty="0">
              <a:latin typeface="Trebuchet MS"/>
              <a:cs typeface="Trebuchet MS"/>
            </a:endParaRPr>
          </a:p>
          <a:p>
            <a:pPr marL="277495" indent="-265430">
              <a:lnSpc>
                <a:spcPct val="100000"/>
              </a:lnSpc>
              <a:spcBef>
                <a:spcPts val="655"/>
              </a:spcBef>
              <a:buClr>
                <a:srgbClr val="FF3300"/>
              </a:buClr>
              <a:buFont typeface="Wingdings"/>
              <a:buChar char=""/>
              <a:tabLst>
                <a:tab pos="277495" algn="l"/>
                <a:tab pos="278130" algn="l"/>
              </a:tabLst>
            </a:pPr>
            <a:r>
              <a:rPr lang="es-ES" spc="190" dirty="0">
                <a:latin typeface="Trebuchet MS"/>
                <a:cs typeface="Trebuchet MS"/>
              </a:rPr>
              <a:t>No </a:t>
            </a:r>
            <a:r>
              <a:rPr lang="es-ES" spc="80" dirty="0">
                <a:latin typeface="Trebuchet MS"/>
                <a:cs typeface="Trebuchet MS"/>
              </a:rPr>
              <a:t>mezclar </a:t>
            </a:r>
            <a:r>
              <a:rPr lang="es-ES" spc="155" dirty="0">
                <a:latin typeface="Trebuchet MS"/>
                <a:cs typeface="Trebuchet MS"/>
              </a:rPr>
              <a:t>datos </a:t>
            </a:r>
            <a:r>
              <a:rPr lang="es-ES" spc="90" dirty="0">
                <a:latin typeface="Trebuchet MS"/>
                <a:cs typeface="Trebuchet MS"/>
              </a:rPr>
              <a:t>con</a:t>
            </a:r>
            <a:r>
              <a:rPr lang="es-ES" spc="190" dirty="0">
                <a:latin typeface="Trebuchet MS"/>
                <a:cs typeface="Trebuchet MS"/>
              </a:rPr>
              <a:t> </a:t>
            </a:r>
            <a:r>
              <a:rPr lang="es-ES" spc="95" dirty="0">
                <a:latin typeface="Trebuchet MS"/>
                <a:cs typeface="Trebuchet MS"/>
              </a:rPr>
              <a:t>código</a:t>
            </a:r>
            <a:endParaRPr lang="es-ES" dirty="0">
              <a:latin typeface="Trebuchet MS"/>
              <a:cs typeface="Trebuchet MS"/>
            </a:endParaRPr>
          </a:p>
          <a:p>
            <a:pPr marL="277495" indent="-265430">
              <a:lnSpc>
                <a:spcPct val="100000"/>
              </a:lnSpc>
              <a:spcBef>
                <a:spcPts val="645"/>
              </a:spcBef>
              <a:buClr>
                <a:srgbClr val="FF3300"/>
              </a:buClr>
              <a:buFont typeface="Wingdings"/>
              <a:buChar char=""/>
              <a:tabLst>
                <a:tab pos="277495" algn="l"/>
                <a:tab pos="278130" algn="l"/>
              </a:tabLst>
            </a:pPr>
            <a:r>
              <a:rPr lang="es-ES" spc="125" dirty="0">
                <a:latin typeface="Trebuchet MS"/>
                <a:cs typeface="Trebuchet MS"/>
              </a:rPr>
              <a:t>Capturar </a:t>
            </a:r>
            <a:r>
              <a:rPr lang="es-ES" spc="120" dirty="0">
                <a:latin typeface="Trebuchet MS"/>
                <a:cs typeface="Trebuchet MS"/>
              </a:rPr>
              <a:t>errores </a:t>
            </a:r>
            <a:r>
              <a:rPr lang="es-ES" spc="25" dirty="0">
                <a:latin typeface="Trebuchet MS"/>
                <a:cs typeface="Trebuchet MS"/>
              </a:rPr>
              <a:t>de </a:t>
            </a:r>
            <a:r>
              <a:rPr lang="es-ES" spc="175" dirty="0">
                <a:latin typeface="Trebuchet MS"/>
                <a:cs typeface="Trebuchet MS"/>
              </a:rPr>
              <a:t>capas </a:t>
            </a:r>
            <a:r>
              <a:rPr lang="es-ES" spc="70" dirty="0">
                <a:latin typeface="Trebuchet MS"/>
                <a:cs typeface="Trebuchet MS"/>
              </a:rPr>
              <a:t>inferiores </a:t>
            </a:r>
            <a:r>
              <a:rPr lang="es-ES" spc="195" dirty="0">
                <a:latin typeface="Trebuchet MS"/>
                <a:cs typeface="Trebuchet MS"/>
              </a:rPr>
              <a:t>y </a:t>
            </a:r>
            <a:r>
              <a:rPr lang="es-ES" spc="110" dirty="0">
                <a:latin typeface="Trebuchet MS"/>
                <a:cs typeface="Trebuchet MS"/>
              </a:rPr>
              <a:t>no </a:t>
            </a:r>
            <a:r>
              <a:rPr lang="es-ES" spc="145" dirty="0">
                <a:latin typeface="Trebuchet MS"/>
                <a:cs typeface="Trebuchet MS"/>
              </a:rPr>
              <a:t>mostrarlos </a:t>
            </a:r>
            <a:r>
              <a:rPr lang="es-ES" spc="65" dirty="0">
                <a:latin typeface="Trebuchet MS"/>
                <a:cs typeface="Trebuchet MS"/>
              </a:rPr>
              <a:t>al</a:t>
            </a:r>
            <a:r>
              <a:rPr lang="es-ES" spc="480" dirty="0">
                <a:latin typeface="Trebuchet MS"/>
                <a:cs typeface="Trebuchet MS"/>
              </a:rPr>
              <a:t> </a:t>
            </a:r>
            <a:r>
              <a:rPr lang="es-ES" spc="140" dirty="0">
                <a:latin typeface="Trebuchet MS"/>
                <a:cs typeface="Trebuchet MS"/>
              </a:rPr>
              <a:t>usuario</a:t>
            </a:r>
            <a:endParaRPr lang="es-ES" dirty="0">
              <a:latin typeface="Trebuchet MS"/>
              <a:cs typeface="Trebuchet MS"/>
            </a:endParaRPr>
          </a:p>
          <a:p>
            <a:endParaRPr lang="es-ES" dirty="0"/>
          </a:p>
        </p:txBody>
      </p:sp>
    </p:spTree>
    <p:extLst>
      <p:ext uri="{BB962C8B-B14F-4D97-AF65-F5344CB8AC3E}">
        <p14:creationId xmlns:p14="http://schemas.microsoft.com/office/powerpoint/2010/main" val="1557427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00" dirty="0"/>
              <a:t>Testing </a:t>
            </a:r>
            <a:r>
              <a:rPr lang="es-ES" spc="30" dirty="0"/>
              <a:t>de</a:t>
            </a:r>
            <a:r>
              <a:rPr lang="es-ES" spc="220" dirty="0"/>
              <a:t> </a:t>
            </a:r>
            <a:r>
              <a:rPr lang="es-ES" spc="130" dirty="0"/>
              <a:t>seguridad</a:t>
            </a:r>
            <a:endParaRPr lang="es-ES" dirty="0"/>
          </a:p>
        </p:txBody>
      </p:sp>
      <p:sp>
        <p:nvSpPr>
          <p:cNvPr id="3" name="Marcador de contenido 2"/>
          <p:cNvSpPr>
            <a:spLocks noGrp="1"/>
          </p:cNvSpPr>
          <p:nvPr>
            <p:ph idx="1"/>
          </p:nvPr>
        </p:nvSpPr>
        <p:spPr>
          <a:xfrm>
            <a:off x="711591" y="1526635"/>
            <a:ext cx="10515600" cy="4351338"/>
          </a:xfrm>
        </p:spPr>
        <p:txBody>
          <a:bodyPr/>
          <a:lstStyle/>
          <a:p>
            <a:r>
              <a:rPr lang="es-ES" spc="120" dirty="0">
                <a:latin typeface="Trebuchet MS"/>
                <a:cs typeface="Trebuchet MS"/>
              </a:rPr>
              <a:t>Testing </a:t>
            </a:r>
            <a:r>
              <a:rPr lang="es-ES" spc="85" dirty="0">
                <a:latin typeface="Trebuchet MS"/>
                <a:cs typeface="Trebuchet MS"/>
              </a:rPr>
              <a:t>funcional </a:t>
            </a:r>
            <a:r>
              <a:rPr lang="es-ES" spc="100" dirty="0">
                <a:latin typeface="Trebuchet MS"/>
                <a:cs typeface="Trebuchet MS"/>
              </a:rPr>
              <a:t>Vs. </a:t>
            </a:r>
            <a:r>
              <a:rPr lang="es-ES" spc="120" dirty="0">
                <a:latin typeface="Trebuchet MS"/>
                <a:cs typeface="Trebuchet MS"/>
              </a:rPr>
              <a:t>Testing </a:t>
            </a:r>
            <a:r>
              <a:rPr lang="es-ES" spc="35" dirty="0">
                <a:latin typeface="Trebuchet MS"/>
                <a:cs typeface="Trebuchet MS"/>
              </a:rPr>
              <a:t>de</a:t>
            </a:r>
            <a:r>
              <a:rPr lang="es-ES" spc="575" dirty="0">
                <a:latin typeface="Trebuchet MS"/>
                <a:cs typeface="Trebuchet MS"/>
              </a:rPr>
              <a:t> </a:t>
            </a:r>
            <a:r>
              <a:rPr lang="es-ES" spc="155" dirty="0">
                <a:latin typeface="Trebuchet MS"/>
                <a:cs typeface="Trebuchet MS"/>
              </a:rPr>
              <a:t>seguridad</a:t>
            </a:r>
            <a:endParaRPr lang="es-ES" dirty="0">
              <a:latin typeface="Trebuchet MS"/>
              <a:cs typeface="Trebuchet MS"/>
            </a:endParaRPr>
          </a:p>
          <a:p>
            <a:endParaRPr lang="es-ES" dirty="0"/>
          </a:p>
        </p:txBody>
      </p:sp>
      <p:grpSp>
        <p:nvGrpSpPr>
          <p:cNvPr id="4" name="object 5"/>
          <p:cNvGrpSpPr/>
          <p:nvPr/>
        </p:nvGrpSpPr>
        <p:grpSpPr>
          <a:xfrm>
            <a:off x="4343812" y="2049717"/>
            <a:ext cx="4288155" cy="3855085"/>
            <a:chOff x="2951111" y="2318766"/>
            <a:chExt cx="4288155" cy="3855085"/>
          </a:xfrm>
        </p:grpSpPr>
        <p:sp>
          <p:nvSpPr>
            <p:cNvPr id="5" name="object 6"/>
            <p:cNvSpPr/>
            <p:nvPr/>
          </p:nvSpPr>
          <p:spPr>
            <a:xfrm>
              <a:off x="2970161" y="2337816"/>
              <a:ext cx="3313429" cy="3456940"/>
            </a:xfrm>
            <a:custGeom>
              <a:avLst/>
              <a:gdLst/>
              <a:ahLst/>
              <a:cxnLst/>
              <a:rect l="l" t="t" r="r" b="b"/>
              <a:pathLst>
                <a:path w="3313429" h="3456940">
                  <a:moveTo>
                    <a:pt x="3313163" y="1728215"/>
                  </a:moveTo>
                  <a:lnTo>
                    <a:pt x="3312505" y="1679033"/>
                  </a:lnTo>
                  <a:lnTo>
                    <a:pt x="3310541" y="1630189"/>
                  </a:lnTo>
                  <a:lnTo>
                    <a:pt x="3307291" y="1581703"/>
                  </a:lnTo>
                  <a:lnTo>
                    <a:pt x="3302770" y="1533592"/>
                  </a:lnTo>
                  <a:lnTo>
                    <a:pt x="3296997" y="1485875"/>
                  </a:lnTo>
                  <a:lnTo>
                    <a:pt x="3289988" y="1438571"/>
                  </a:lnTo>
                  <a:lnTo>
                    <a:pt x="3281762" y="1391696"/>
                  </a:lnTo>
                  <a:lnTo>
                    <a:pt x="3272336" y="1345271"/>
                  </a:lnTo>
                  <a:lnTo>
                    <a:pt x="3261727" y="1299312"/>
                  </a:lnTo>
                  <a:lnTo>
                    <a:pt x="3249953" y="1253838"/>
                  </a:lnTo>
                  <a:lnTo>
                    <a:pt x="3237031" y="1208868"/>
                  </a:lnTo>
                  <a:lnTo>
                    <a:pt x="3222979" y="1164420"/>
                  </a:lnTo>
                  <a:lnTo>
                    <a:pt x="3207814" y="1120512"/>
                  </a:lnTo>
                  <a:lnTo>
                    <a:pt x="3191553" y="1077163"/>
                  </a:lnTo>
                  <a:lnTo>
                    <a:pt x="3174215" y="1034390"/>
                  </a:lnTo>
                  <a:lnTo>
                    <a:pt x="3155815" y="992211"/>
                  </a:lnTo>
                  <a:lnTo>
                    <a:pt x="3136373" y="950646"/>
                  </a:lnTo>
                  <a:lnTo>
                    <a:pt x="3115905" y="909713"/>
                  </a:lnTo>
                  <a:lnTo>
                    <a:pt x="3094429" y="869429"/>
                  </a:lnTo>
                  <a:lnTo>
                    <a:pt x="3071963" y="829813"/>
                  </a:lnTo>
                  <a:lnTo>
                    <a:pt x="3048523" y="790884"/>
                  </a:lnTo>
                  <a:lnTo>
                    <a:pt x="3024127" y="752659"/>
                  </a:lnTo>
                  <a:lnTo>
                    <a:pt x="2998793" y="715157"/>
                  </a:lnTo>
                  <a:lnTo>
                    <a:pt x="2972538" y="678396"/>
                  </a:lnTo>
                  <a:lnTo>
                    <a:pt x="2945379" y="642395"/>
                  </a:lnTo>
                  <a:lnTo>
                    <a:pt x="2917335" y="607171"/>
                  </a:lnTo>
                  <a:lnTo>
                    <a:pt x="2888422" y="572743"/>
                  </a:lnTo>
                  <a:lnTo>
                    <a:pt x="2858658" y="539130"/>
                  </a:lnTo>
                  <a:lnTo>
                    <a:pt x="2828061" y="506348"/>
                  </a:lnTo>
                  <a:lnTo>
                    <a:pt x="2796647" y="474418"/>
                  </a:lnTo>
                  <a:lnTo>
                    <a:pt x="2764435" y="443357"/>
                  </a:lnTo>
                  <a:lnTo>
                    <a:pt x="2731441" y="413183"/>
                  </a:lnTo>
                  <a:lnTo>
                    <a:pt x="2697684" y="383915"/>
                  </a:lnTo>
                  <a:lnTo>
                    <a:pt x="2663180" y="355571"/>
                  </a:lnTo>
                  <a:lnTo>
                    <a:pt x="2627948" y="328168"/>
                  </a:lnTo>
                  <a:lnTo>
                    <a:pt x="2592004" y="301727"/>
                  </a:lnTo>
                  <a:lnTo>
                    <a:pt x="2555366" y="276264"/>
                  </a:lnTo>
                  <a:lnTo>
                    <a:pt x="2518052" y="251798"/>
                  </a:lnTo>
                  <a:lnTo>
                    <a:pt x="2480079" y="228347"/>
                  </a:lnTo>
                  <a:lnTo>
                    <a:pt x="2441464" y="205930"/>
                  </a:lnTo>
                  <a:lnTo>
                    <a:pt x="2402225" y="184565"/>
                  </a:lnTo>
                  <a:lnTo>
                    <a:pt x="2362379" y="164270"/>
                  </a:lnTo>
                  <a:lnTo>
                    <a:pt x="2321944" y="145063"/>
                  </a:lnTo>
                  <a:lnTo>
                    <a:pt x="2280938" y="126963"/>
                  </a:lnTo>
                  <a:lnTo>
                    <a:pt x="2239377" y="109988"/>
                  </a:lnTo>
                  <a:lnTo>
                    <a:pt x="2197279" y="94156"/>
                  </a:lnTo>
                  <a:lnTo>
                    <a:pt x="2154662" y="79486"/>
                  </a:lnTo>
                  <a:lnTo>
                    <a:pt x="2111543" y="65995"/>
                  </a:lnTo>
                  <a:lnTo>
                    <a:pt x="2067939" y="53703"/>
                  </a:lnTo>
                  <a:lnTo>
                    <a:pt x="2023869" y="42627"/>
                  </a:lnTo>
                  <a:lnTo>
                    <a:pt x="1979349" y="32785"/>
                  </a:lnTo>
                  <a:lnTo>
                    <a:pt x="1934397" y="24197"/>
                  </a:lnTo>
                  <a:lnTo>
                    <a:pt x="1889030" y="16879"/>
                  </a:lnTo>
                  <a:lnTo>
                    <a:pt x="1843266" y="10851"/>
                  </a:lnTo>
                  <a:lnTo>
                    <a:pt x="1797122" y="6131"/>
                  </a:lnTo>
                  <a:lnTo>
                    <a:pt x="1750616" y="2737"/>
                  </a:lnTo>
                  <a:lnTo>
                    <a:pt x="1703766" y="687"/>
                  </a:lnTo>
                  <a:lnTo>
                    <a:pt x="1656587" y="0"/>
                  </a:lnTo>
                  <a:lnTo>
                    <a:pt x="1609409" y="687"/>
                  </a:lnTo>
                  <a:lnTo>
                    <a:pt x="1562559" y="2737"/>
                  </a:lnTo>
                  <a:lnTo>
                    <a:pt x="1516053" y="6131"/>
                  </a:lnTo>
                  <a:lnTo>
                    <a:pt x="1469909" y="10851"/>
                  </a:lnTo>
                  <a:lnTo>
                    <a:pt x="1424145" y="16879"/>
                  </a:lnTo>
                  <a:lnTo>
                    <a:pt x="1378778" y="24197"/>
                  </a:lnTo>
                  <a:lnTo>
                    <a:pt x="1333826" y="32785"/>
                  </a:lnTo>
                  <a:lnTo>
                    <a:pt x="1289305" y="42627"/>
                  </a:lnTo>
                  <a:lnTo>
                    <a:pt x="1245235" y="53703"/>
                  </a:lnTo>
                  <a:lnTo>
                    <a:pt x="1201631" y="65995"/>
                  </a:lnTo>
                  <a:lnTo>
                    <a:pt x="1158512" y="79486"/>
                  </a:lnTo>
                  <a:lnTo>
                    <a:pt x="1115895" y="94156"/>
                  </a:lnTo>
                  <a:lnTo>
                    <a:pt x="1073797" y="109988"/>
                  </a:lnTo>
                  <a:lnTo>
                    <a:pt x="1032235" y="126963"/>
                  </a:lnTo>
                  <a:lnTo>
                    <a:pt x="991229" y="145063"/>
                  </a:lnTo>
                  <a:lnTo>
                    <a:pt x="950793" y="164270"/>
                  </a:lnTo>
                  <a:lnTo>
                    <a:pt x="910948" y="184565"/>
                  </a:lnTo>
                  <a:lnTo>
                    <a:pt x="871708" y="205930"/>
                  </a:lnTo>
                  <a:lnTo>
                    <a:pt x="833093" y="228347"/>
                  </a:lnTo>
                  <a:lnTo>
                    <a:pt x="795119" y="251798"/>
                  </a:lnTo>
                  <a:lnTo>
                    <a:pt x="757805" y="276264"/>
                  </a:lnTo>
                  <a:lnTo>
                    <a:pt x="721167" y="301727"/>
                  </a:lnTo>
                  <a:lnTo>
                    <a:pt x="685223" y="328168"/>
                  </a:lnTo>
                  <a:lnTo>
                    <a:pt x="649990" y="355571"/>
                  </a:lnTo>
                  <a:lnTo>
                    <a:pt x="615486" y="383915"/>
                  </a:lnTo>
                  <a:lnTo>
                    <a:pt x="581728" y="413183"/>
                  </a:lnTo>
                  <a:lnTo>
                    <a:pt x="548734" y="443357"/>
                  </a:lnTo>
                  <a:lnTo>
                    <a:pt x="516522" y="474418"/>
                  </a:lnTo>
                  <a:lnTo>
                    <a:pt x="485108" y="506349"/>
                  </a:lnTo>
                  <a:lnTo>
                    <a:pt x="454510" y="539130"/>
                  </a:lnTo>
                  <a:lnTo>
                    <a:pt x="424746" y="572743"/>
                  </a:lnTo>
                  <a:lnTo>
                    <a:pt x="395833" y="607171"/>
                  </a:lnTo>
                  <a:lnTo>
                    <a:pt x="367788" y="642395"/>
                  </a:lnTo>
                  <a:lnTo>
                    <a:pt x="340629" y="678396"/>
                  </a:lnTo>
                  <a:lnTo>
                    <a:pt x="314374" y="715157"/>
                  </a:lnTo>
                  <a:lnTo>
                    <a:pt x="289039" y="752659"/>
                  </a:lnTo>
                  <a:lnTo>
                    <a:pt x="264643" y="790884"/>
                  </a:lnTo>
                  <a:lnTo>
                    <a:pt x="241203" y="829813"/>
                  </a:lnTo>
                  <a:lnTo>
                    <a:pt x="218736" y="869429"/>
                  </a:lnTo>
                  <a:lnTo>
                    <a:pt x="197260" y="909713"/>
                  </a:lnTo>
                  <a:lnTo>
                    <a:pt x="176792" y="950646"/>
                  </a:lnTo>
                  <a:lnTo>
                    <a:pt x="157349" y="992211"/>
                  </a:lnTo>
                  <a:lnTo>
                    <a:pt x="138950" y="1034390"/>
                  </a:lnTo>
                  <a:lnTo>
                    <a:pt x="121611" y="1077163"/>
                  </a:lnTo>
                  <a:lnTo>
                    <a:pt x="105350" y="1120512"/>
                  </a:lnTo>
                  <a:lnTo>
                    <a:pt x="90185" y="1164420"/>
                  </a:lnTo>
                  <a:lnTo>
                    <a:pt x="76132" y="1208868"/>
                  </a:lnTo>
                  <a:lnTo>
                    <a:pt x="63210" y="1253838"/>
                  </a:lnTo>
                  <a:lnTo>
                    <a:pt x="51436" y="1299312"/>
                  </a:lnTo>
                  <a:lnTo>
                    <a:pt x="40827" y="1345271"/>
                  </a:lnTo>
                  <a:lnTo>
                    <a:pt x="31400" y="1391696"/>
                  </a:lnTo>
                  <a:lnTo>
                    <a:pt x="23174" y="1438571"/>
                  </a:lnTo>
                  <a:lnTo>
                    <a:pt x="16166" y="1485875"/>
                  </a:lnTo>
                  <a:lnTo>
                    <a:pt x="10392" y="1533592"/>
                  </a:lnTo>
                  <a:lnTo>
                    <a:pt x="5872" y="1581703"/>
                  </a:lnTo>
                  <a:lnTo>
                    <a:pt x="2621" y="1630189"/>
                  </a:lnTo>
                  <a:lnTo>
                    <a:pt x="658" y="1679033"/>
                  </a:lnTo>
                  <a:lnTo>
                    <a:pt x="0" y="1728216"/>
                  </a:lnTo>
                  <a:lnTo>
                    <a:pt x="658" y="1777436"/>
                  </a:lnTo>
                  <a:lnTo>
                    <a:pt x="2621" y="1826315"/>
                  </a:lnTo>
                  <a:lnTo>
                    <a:pt x="5872" y="1874834"/>
                  </a:lnTo>
                  <a:lnTo>
                    <a:pt x="10392" y="1922976"/>
                  </a:lnTo>
                  <a:lnTo>
                    <a:pt x="16166" y="1970720"/>
                  </a:lnTo>
                  <a:lnTo>
                    <a:pt x="23174" y="2018051"/>
                  </a:lnTo>
                  <a:lnTo>
                    <a:pt x="31400" y="2064948"/>
                  </a:lnTo>
                  <a:lnTo>
                    <a:pt x="40827" y="2111395"/>
                  </a:lnTo>
                  <a:lnTo>
                    <a:pt x="51436" y="2157372"/>
                  </a:lnTo>
                  <a:lnTo>
                    <a:pt x="63210" y="2202863"/>
                  </a:lnTo>
                  <a:lnTo>
                    <a:pt x="76132" y="2247847"/>
                  </a:lnTo>
                  <a:lnTo>
                    <a:pt x="90185" y="2292308"/>
                  </a:lnTo>
                  <a:lnTo>
                    <a:pt x="105350" y="2336227"/>
                  </a:lnTo>
                  <a:lnTo>
                    <a:pt x="121611" y="2379586"/>
                  </a:lnTo>
                  <a:lnTo>
                    <a:pt x="138950" y="2422366"/>
                  </a:lnTo>
                  <a:lnTo>
                    <a:pt x="157349" y="2464550"/>
                  </a:lnTo>
                  <a:lnTo>
                    <a:pt x="176792" y="2506119"/>
                  </a:lnTo>
                  <a:lnTo>
                    <a:pt x="197260" y="2547055"/>
                  </a:lnTo>
                  <a:lnTo>
                    <a:pt x="218736" y="2587340"/>
                  </a:lnTo>
                  <a:lnTo>
                    <a:pt x="241203" y="2626956"/>
                  </a:lnTo>
                  <a:lnTo>
                    <a:pt x="264643" y="2665884"/>
                  </a:lnTo>
                  <a:lnTo>
                    <a:pt x="289039" y="2704106"/>
                  </a:lnTo>
                  <a:lnTo>
                    <a:pt x="314374" y="2741604"/>
                  </a:lnTo>
                  <a:lnTo>
                    <a:pt x="340629" y="2778360"/>
                  </a:lnTo>
                  <a:lnTo>
                    <a:pt x="367788" y="2814355"/>
                  </a:lnTo>
                  <a:lnTo>
                    <a:pt x="395833" y="2849572"/>
                  </a:lnTo>
                  <a:lnTo>
                    <a:pt x="424746" y="2883992"/>
                  </a:lnTo>
                  <a:lnTo>
                    <a:pt x="454510" y="2917597"/>
                  </a:lnTo>
                  <a:lnTo>
                    <a:pt x="485108" y="2950368"/>
                  </a:lnTo>
                  <a:lnTo>
                    <a:pt x="516522" y="2982288"/>
                  </a:lnTo>
                  <a:lnTo>
                    <a:pt x="548734" y="3013339"/>
                  </a:lnTo>
                  <a:lnTo>
                    <a:pt x="581728" y="3043501"/>
                  </a:lnTo>
                  <a:lnTo>
                    <a:pt x="615486" y="3072758"/>
                  </a:lnTo>
                  <a:lnTo>
                    <a:pt x="649990" y="3101090"/>
                  </a:lnTo>
                  <a:lnTo>
                    <a:pt x="685223" y="3128479"/>
                  </a:lnTo>
                  <a:lnTo>
                    <a:pt x="721167" y="3154908"/>
                  </a:lnTo>
                  <a:lnTo>
                    <a:pt x="757805" y="3180358"/>
                  </a:lnTo>
                  <a:lnTo>
                    <a:pt x="795119" y="3204811"/>
                  </a:lnTo>
                  <a:lnTo>
                    <a:pt x="833093" y="3228249"/>
                  </a:lnTo>
                  <a:lnTo>
                    <a:pt x="871708" y="3250653"/>
                  </a:lnTo>
                  <a:lnTo>
                    <a:pt x="910948" y="3272005"/>
                  </a:lnTo>
                  <a:lnTo>
                    <a:pt x="950793" y="3292287"/>
                  </a:lnTo>
                  <a:lnTo>
                    <a:pt x="991229" y="3311481"/>
                  </a:lnTo>
                  <a:lnTo>
                    <a:pt x="1032235" y="3329569"/>
                  </a:lnTo>
                  <a:lnTo>
                    <a:pt x="1073797" y="3346532"/>
                  </a:lnTo>
                  <a:lnTo>
                    <a:pt x="1115895" y="3362352"/>
                  </a:lnTo>
                  <a:lnTo>
                    <a:pt x="1158512" y="3377012"/>
                  </a:lnTo>
                  <a:lnTo>
                    <a:pt x="1201631" y="3390492"/>
                  </a:lnTo>
                  <a:lnTo>
                    <a:pt x="1245235" y="3402775"/>
                  </a:lnTo>
                  <a:lnTo>
                    <a:pt x="1289305" y="3413842"/>
                  </a:lnTo>
                  <a:lnTo>
                    <a:pt x="1333826" y="3423675"/>
                  </a:lnTo>
                  <a:lnTo>
                    <a:pt x="1378778" y="3432256"/>
                  </a:lnTo>
                  <a:lnTo>
                    <a:pt x="1424145" y="3439567"/>
                  </a:lnTo>
                  <a:lnTo>
                    <a:pt x="1469909" y="3445590"/>
                  </a:lnTo>
                  <a:lnTo>
                    <a:pt x="1516053" y="3450306"/>
                  </a:lnTo>
                  <a:lnTo>
                    <a:pt x="1562559" y="3453697"/>
                  </a:lnTo>
                  <a:lnTo>
                    <a:pt x="1609409" y="3455745"/>
                  </a:lnTo>
                  <a:lnTo>
                    <a:pt x="1656587" y="3456432"/>
                  </a:lnTo>
                  <a:lnTo>
                    <a:pt x="1703766" y="3455745"/>
                  </a:lnTo>
                  <a:lnTo>
                    <a:pt x="1750616" y="3453697"/>
                  </a:lnTo>
                  <a:lnTo>
                    <a:pt x="1797122" y="3450306"/>
                  </a:lnTo>
                  <a:lnTo>
                    <a:pt x="1843266" y="3445590"/>
                  </a:lnTo>
                  <a:lnTo>
                    <a:pt x="1889030" y="3439567"/>
                  </a:lnTo>
                  <a:lnTo>
                    <a:pt x="1934397" y="3432256"/>
                  </a:lnTo>
                  <a:lnTo>
                    <a:pt x="1979349" y="3423675"/>
                  </a:lnTo>
                  <a:lnTo>
                    <a:pt x="2023869" y="3413842"/>
                  </a:lnTo>
                  <a:lnTo>
                    <a:pt x="2067939" y="3402775"/>
                  </a:lnTo>
                  <a:lnTo>
                    <a:pt x="2111543" y="3390492"/>
                  </a:lnTo>
                  <a:lnTo>
                    <a:pt x="2154662" y="3377012"/>
                  </a:lnTo>
                  <a:lnTo>
                    <a:pt x="2197279" y="3362352"/>
                  </a:lnTo>
                  <a:lnTo>
                    <a:pt x="2239377" y="3346532"/>
                  </a:lnTo>
                  <a:lnTo>
                    <a:pt x="2280938" y="3329569"/>
                  </a:lnTo>
                  <a:lnTo>
                    <a:pt x="2321944" y="3311481"/>
                  </a:lnTo>
                  <a:lnTo>
                    <a:pt x="2362379" y="3292287"/>
                  </a:lnTo>
                  <a:lnTo>
                    <a:pt x="2402225" y="3272005"/>
                  </a:lnTo>
                  <a:lnTo>
                    <a:pt x="2441464" y="3250653"/>
                  </a:lnTo>
                  <a:lnTo>
                    <a:pt x="2480079" y="3228249"/>
                  </a:lnTo>
                  <a:lnTo>
                    <a:pt x="2518052" y="3204811"/>
                  </a:lnTo>
                  <a:lnTo>
                    <a:pt x="2555366" y="3180358"/>
                  </a:lnTo>
                  <a:lnTo>
                    <a:pt x="2592004" y="3154908"/>
                  </a:lnTo>
                  <a:lnTo>
                    <a:pt x="2627948" y="3128479"/>
                  </a:lnTo>
                  <a:lnTo>
                    <a:pt x="2663180" y="3101090"/>
                  </a:lnTo>
                  <a:lnTo>
                    <a:pt x="2697684" y="3072758"/>
                  </a:lnTo>
                  <a:lnTo>
                    <a:pt x="2731441" y="3043501"/>
                  </a:lnTo>
                  <a:lnTo>
                    <a:pt x="2764435" y="3013339"/>
                  </a:lnTo>
                  <a:lnTo>
                    <a:pt x="2796647" y="2982288"/>
                  </a:lnTo>
                  <a:lnTo>
                    <a:pt x="2828061" y="2950368"/>
                  </a:lnTo>
                  <a:lnTo>
                    <a:pt x="2858658" y="2917597"/>
                  </a:lnTo>
                  <a:lnTo>
                    <a:pt x="2888422" y="2883992"/>
                  </a:lnTo>
                  <a:lnTo>
                    <a:pt x="2917335" y="2849572"/>
                  </a:lnTo>
                  <a:lnTo>
                    <a:pt x="2945379" y="2814355"/>
                  </a:lnTo>
                  <a:lnTo>
                    <a:pt x="2972538" y="2778360"/>
                  </a:lnTo>
                  <a:lnTo>
                    <a:pt x="2998793" y="2741604"/>
                  </a:lnTo>
                  <a:lnTo>
                    <a:pt x="3024127" y="2704106"/>
                  </a:lnTo>
                  <a:lnTo>
                    <a:pt x="3048523" y="2665884"/>
                  </a:lnTo>
                  <a:lnTo>
                    <a:pt x="3071963" y="2626956"/>
                  </a:lnTo>
                  <a:lnTo>
                    <a:pt x="3094429" y="2587340"/>
                  </a:lnTo>
                  <a:lnTo>
                    <a:pt x="3115905" y="2547055"/>
                  </a:lnTo>
                  <a:lnTo>
                    <a:pt x="3136373" y="2506119"/>
                  </a:lnTo>
                  <a:lnTo>
                    <a:pt x="3155815" y="2464550"/>
                  </a:lnTo>
                  <a:lnTo>
                    <a:pt x="3174215" y="2422366"/>
                  </a:lnTo>
                  <a:lnTo>
                    <a:pt x="3191553" y="2379586"/>
                  </a:lnTo>
                  <a:lnTo>
                    <a:pt x="3207814" y="2336227"/>
                  </a:lnTo>
                  <a:lnTo>
                    <a:pt x="3222979" y="2292308"/>
                  </a:lnTo>
                  <a:lnTo>
                    <a:pt x="3237031" y="2247847"/>
                  </a:lnTo>
                  <a:lnTo>
                    <a:pt x="3249953" y="2202863"/>
                  </a:lnTo>
                  <a:lnTo>
                    <a:pt x="3261727" y="2157372"/>
                  </a:lnTo>
                  <a:lnTo>
                    <a:pt x="3272336" y="2111395"/>
                  </a:lnTo>
                  <a:lnTo>
                    <a:pt x="3281762" y="2064948"/>
                  </a:lnTo>
                  <a:lnTo>
                    <a:pt x="3289988" y="2018051"/>
                  </a:lnTo>
                  <a:lnTo>
                    <a:pt x="3296997" y="1970720"/>
                  </a:lnTo>
                  <a:lnTo>
                    <a:pt x="3302770" y="1922976"/>
                  </a:lnTo>
                  <a:lnTo>
                    <a:pt x="3307291" y="1874834"/>
                  </a:lnTo>
                  <a:lnTo>
                    <a:pt x="3310541" y="1826315"/>
                  </a:lnTo>
                  <a:lnTo>
                    <a:pt x="3312505" y="1777436"/>
                  </a:lnTo>
                  <a:lnTo>
                    <a:pt x="3313163" y="1728215"/>
                  </a:lnTo>
                  <a:close/>
                </a:path>
              </a:pathLst>
            </a:custGeom>
            <a:solidFill>
              <a:srgbClr val="008080"/>
            </a:solidFill>
          </p:spPr>
          <p:txBody>
            <a:bodyPr wrap="square" lIns="0" tIns="0" rIns="0" bIns="0" rtlCol="0"/>
            <a:lstStyle/>
            <a:p>
              <a:endParaRPr/>
            </a:p>
          </p:txBody>
        </p:sp>
        <p:sp>
          <p:nvSpPr>
            <p:cNvPr id="6" name="object 7"/>
            <p:cNvSpPr/>
            <p:nvPr/>
          </p:nvSpPr>
          <p:spPr>
            <a:xfrm>
              <a:off x="2970161" y="2337816"/>
              <a:ext cx="3313429" cy="3456940"/>
            </a:xfrm>
            <a:custGeom>
              <a:avLst/>
              <a:gdLst/>
              <a:ahLst/>
              <a:cxnLst/>
              <a:rect l="l" t="t" r="r" b="b"/>
              <a:pathLst>
                <a:path w="3313429" h="3456940">
                  <a:moveTo>
                    <a:pt x="1656587" y="0"/>
                  </a:moveTo>
                  <a:lnTo>
                    <a:pt x="1609409" y="687"/>
                  </a:lnTo>
                  <a:lnTo>
                    <a:pt x="1562559" y="2737"/>
                  </a:lnTo>
                  <a:lnTo>
                    <a:pt x="1516053" y="6131"/>
                  </a:lnTo>
                  <a:lnTo>
                    <a:pt x="1469909" y="10851"/>
                  </a:lnTo>
                  <a:lnTo>
                    <a:pt x="1424145" y="16879"/>
                  </a:lnTo>
                  <a:lnTo>
                    <a:pt x="1378778" y="24197"/>
                  </a:lnTo>
                  <a:lnTo>
                    <a:pt x="1333826" y="32785"/>
                  </a:lnTo>
                  <a:lnTo>
                    <a:pt x="1289305" y="42627"/>
                  </a:lnTo>
                  <a:lnTo>
                    <a:pt x="1245235" y="53703"/>
                  </a:lnTo>
                  <a:lnTo>
                    <a:pt x="1201631" y="65995"/>
                  </a:lnTo>
                  <a:lnTo>
                    <a:pt x="1158512" y="79486"/>
                  </a:lnTo>
                  <a:lnTo>
                    <a:pt x="1115895" y="94156"/>
                  </a:lnTo>
                  <a:lnTo>
                    <a:pt x="1073797" y="109988"/>
                  </a:lnTo>
                  <a:lnTo>
                    <a:pt x="1032235" y="126963"/>
                  </a:lnTo>
                  <a:lnTo>
                    <a:pt x="991229" y="145063"/>
                  </a:lnTo>
                  <a:lnTo>
                    <a:pt x="950793" y="164270"/>
                  </a:lnTo>
                  <a:lnTo>
                    <a:pt x="910948" y="184565"/>
                  </a:lnTo>
                  <a:lnTo>
                    <a:pt x="871708" y="205930"/>
                  </a:lnTo>
                  <a:lnTo>
                    <a:pt x="833093" y="228347"/>
                  </a:lnTo>
                  <a:lnTo>
                    <a:pt x="795119" y="251798"/>
                  </a:lnTo>
                  <a:lnTo>
                    <a:pt x="757805" y="276264"/>
                  </a:lnTo>
                  <a:lnTo>
                    <a:pt x="721167" y="301727"/>
                  </a:lnTo>
                  <a:lnTo>
                    <a:pt x="685223" y="328168"/>
                  </a:lnTo>
                  <a:lnTo>
                    <a:pt x="649990" y="355571"/>
                  </a:lnTo>
                  <a:lnTo>
                    <a:pt x="615486" y="383915"/>
                  </a:lnTo>
                  <a:lnTo>
                    <a:pt x="581728" y="413183"/>
                  </a:lnTo>
                  <a:lnTo>
                    <a:pt x="548734" y="443357"/>
                  </a:lnTo>
                  <a:lnTo>
                    <a:pt x="516522" y="474418"/>
                  </a:lnTo>
                  <a:lnTo>
                    <a:pt x="485108" y="506349"/>
                  </a:lnTo>
                  <a:lnTo>
                    <a:pt x="454510" y="539130"/>
                  </a:lnTo>
                  <a:lnTo>
                    <a:pt x="424746" y="572743"/>
                  </a:lnTo>
                  <a:lnTo>
                    <a:pt x="395833" y="607171"/>
                  </a:lnTo>
                  <a:lnTo>
                    <a:pt x="367788" y="642395"/>
                  </a:lnTo>
                  <a:lnTo>
                    <a:pt x="340629" y="678396"/>
                  </a:lnTo>
                  <a:lnTo>
                    <a:pt x="314374" y="715157"/>
                  </a:lnTo>
                  <a:lnTo>
                    <a:pt x="289039" y="752659"/>
                  </a:lnTo>
                  <a:lnTo>
                    <a:pt x="264643" y="790884"/>
                  </a:lnTo>
                  <a:lnTo>
                    <a:pt x="241203" y="829813"/>
                  </a:lnTo>
                  <a:lnTo>
                    <a:pt x="218736" y="869429"/>
                  </a:lnTo>
                  <a:lnTo>
                    <a:pt x="197260" y="909713"/>
                  </a:lnTo>
                  <a:lnTo>
                    <a:pt x="176792" y="950646"/>
                  </a:lnTo>
                  <a:lnTo>
                    <a:pt x="157349" y="992211"/>
                  </a:lnTo>
                  <a:lnTo>
                    <a:pt x="138950" y="1034390"/>
                  </a:lnTo>
                  <a:lnTo>
                    <a:pt x="121611" y="1077163"/>
                  </a:lnTo>
                  <a:lnTo>
                    <a:pt x="105350" y="1120512"/>
                  </a:lnTo>
                  <a:lnTo>
                    <a:pt x="90185" y="1164420"/>
                  </a:lnTo>
                  <a:lnTo>
                    <a:pt x="76132" y="1208868"/>
                  </a:lnTo>
                  <a:lnTo>
                    <a:pt x="63210" y="1253838"/>
                  </a:lnTo>
                  <a:lnTo>
                    <a:pt x="51436" y="1299312"/>
                  </a:lnTo>
                  <a:lnTo>
                    <a:pt x="40827" y="1345271"/>
                  </a:lnTo>
                  <a:lnTo>
                    <a:pt x="31400" y="1391696"/>
                  </a:lnTo>
                  <a:lnTo>
                    <a:pt x="23174" y="1438571"/>
                  </a:lnTo>
                  <a:lnTo>
                    <a:pt x="16166" y="1485875"/>
                  </a:lnTo>
                  <a:lnTo>
                    <a:pt x="10392" y="1533592"/>
                  </a:lnTo>
                  <a:lnTo>
                    <a:pt x="5872" y="1581703"/>
                  </a:lnTo>
                  <a:lnTo>
                    <a:pt x="2621" y="1630189"/>
                  </a:lnTo>
                  <a:lnTo>
                    <a:pt x="658" y="1679033"/>
                  </a:lnTo>
                  <a:lnTo>
                    <a:pt x="0" y="1728216"/>
                  </a:lnTo>
                  <a:lnTo>
                    <a:pt x="658" y="1777436"/>
                  </a:lnTo>
                  <a:lnTo>
                    <a:pt x="2621" y="1826315"/>
                  </a:lnTo>
                  <a:lnTo>
                    <a:pt x="5872" y="1874834"/>
                  </a:lnTo>
                  <a:lnTo>
                    <a:pt x="10392" y="1922976"/>
                  </a:lnTo>
                  <a:lnTo>
                    <a:pt x="16166" y="1970720"/>
                  </a:lnTo>
                  <a:lnTo>
                    <a:pt x="23174" y="2018051"/>
                  </a:lnTo>
                  <a:lnTo>
                    <a:pt x="31400" y="2064948"/>
                  </a:lnTo>
                  <a:lnTo>
                    <a:pt x="40827" y="2111395"/>
                  </a:lnTo>
                  <a:lnTo>
                    <a:pt x="51436" y="2157372"/>
                  </a:lnTo>
                  <a:lnTo>
                    <a:pt x="63210" y="2202863"/>
                  </a:lnTo>
                  <a:lnTo>
                    <a:pt x="76132" y="2247847"/>
                  </a:lnTo>
                  <a:lnTo>
                    <a:pt x="90185" y="2292308"/>
                  </a:lnTo>
                  <a:lnTo>
                    <a:pt x="105350" y="2336227"/>
                  </a:lnTo>
                  <a:lnTo>
                    <a:pt x="121611" y="2379586"/>
                  </a:lnTo>
                  <a:lnTo>
                    <a:pt x="138950" y="2422366"/>
                  </a:lnTo>
                  <a:lnTo>
                    <a:pt x="157349" y="2464550"/>
                  </a:lnTo>
                  <a:lnTo>
                    <a:pt x="176792" y="2506119"/>
                  </a:lnTo>
                  <a:lnTo>
                    <a:pt x="197260" y="2547055"/>
                  </a:lnTo>
                  <a:lnTo>
                    <a:pt x="218736" y="2587340"/>
                  </a:lnTo>
                  <a:lnTo>
                    <a:pt x="241203" y="2626956"/>
                  </a:lnTo>
                  <a:lnTo>
                    <a:pt x="264643" y="2665884"/>
                  </a:lnTo>
                  <a:lnTo>
                    <a:pt x="289039" y="2704106"/>
                  </a:lnTo>
                  <a:lnTo>
                    <a:pt x="314374" y="2741604"/>
                  </a:lnTo>
                  <a:lnTo>
                    <a:pt x="340629" y="2778360"/>
                  </a:lnTo>
                  <a:lnTo>
                    <a:pt x="367788" y="2814355"/>
                  </a:lnTo>
                  <a:lnTo>
                    <a:pt x="395833" y="2849572"/>
                  </a:lnTo>
                  <a:lnTo>
                    <a:pt x="424746" y="2883992"/>
                  </a:lnTo>
                  <a:lnTo>
                    <a:pt x="454510" y="2917597"/>
                  </a:lnTo>
                  <a:lnTo>
                    <a:pt x="485108" y="2950368"/>
                  </a:lnTo>
                  <a:lnTo>
                    <a:pt x="516522" y="2982288"/>
                  </a:lnTo>
                  <a:lnTo>
                    <a:pt x="548734" y="3013339"/>
                  </a:lnTo>
                  <a:lnTo>
                    <a:pt x="581728" y="3043501"/>
                  </a:lnTo>
                  <a:lnTo>
                    <a:pt x="615486" y="3072758"/>
                  </a:lnTo>
                  <a:lnTo>
                    <a:pt x="649990" y="3101090"/>
                  </a:lnTo>
                  <a:lnTo>
                    <a:pt x="685223" y="3128479"/>
                  </a:lnTo>
                  <a:lnTo>
                    <a:pt x="721167" y="3154908"/>
                  </a:lnTo>
                  <a:lnTo>
                    <a:pt x="757805" y="3180358"/>
                  </a:lnTo>
                  <a:lnTo>
                    <a:pt x="795119" y="3204811"/>
                  </a:lnTo>
                  <a:lnTo>
                    <a:pt x="833093" y="3228249"/>
                  </a:lnTo>
                  <a:lnTo>
                    <a:pt x="871708" y="3250653"/>
                  </a:lnTo>
                  <a:lnTo>
                    <a:pt x="910948" y="3272005"/>
                  </a:lnTo>
                  <a:lnTo>
                    <a:pt x="950793" y="3292287"/>
                  </a:lnTo>
                  <a:lnTo>
                    <a:pt x="991229" y="3311481"/>
                  </a:lnTo>
                  <a:lnTo>
                    <a:pt x="1032235" y="3329569"/>
                  </a:lnTo>
                  <a:lnTo>
                    <a:pt x="1073797" y="3346532"/>
                  </a:lnTo>
                  <a:lnTo>
                    <a:pt x="1115895" y="3362352"/>
                  </a:lnTo>
                  <a:lnTo>
                    <a:pt x="1158512" y="3377012"/>
                  </a:lnTo>
                  <a:lnTo>
                    <a:pt x="1201631" y="3390492"/>
                  </a:lnTo>
                  <a:lnTo>
                    <a:pt x="1245235" y="3402775"/>
                  </a:lnTo>
                  <a:lnTo>
                    <a:pt x="1289305" y="3413842"/>
                  </a:lnTo>
                  <a:lnTo>
                    <a:pt x="1333826" y="3423675"/>
                  </a:lnTo>
                  <a:lnTo>
                    <a:pt x="1378778" y="3432256"/>
                  </a:lnTo>
                  <a:lnTo>
                    <a:pt x="1424145" y="3439567"/>
                  </a:lnTo>
                  <a:lnTo>
                    <a:pt x="1469909" y="3445590"/>
                  </a:lnTo>
                  <a:lnTo>
                    <a:pt x="1516053" y="3450306"/>
                  </a:lnTo>
                  <a:lnTo>
                    <a:pt x="1562559" y="3453697"/>
                  </a:lnTo>
                  <a:lnTo>
                    <a:pt x="1609409" y="3455745"/>
                  </a:lnTo>
                  <a:lnTo>
                    <a:pt x="1656587" y="3456432"/>
                  </a:lnTo>
                  <a:lnTo>
                    <a:pt x="1703766" y="3455745"/>
                  </a:lnTo>
                  <a:lnTo>
                    <a:pt x="1750616" y="3453697"/>
                  </a:lnTo>
                  <a:lnTo>
                    <a:pt x="1797122" y="3450306"/>
                  </a:lnTo>
                  <a:lnTo>
                    <a:pt x="1843266" y="3445590"/>
                  </a:lnTo>
                  <a:lnTo>
                    <a:pt x="1889030" y="3439567"/>
                  </a:lnTo>
                  <a:lnTo>
                    <a:pt x="1934397" y="3432256"/>
                  </a:lnTo>
                  <a:lnTo>
                    <a:pt x="1979349" y="3423675"/>
                  </a:lnTo>
                  <a:lnTo>
                    <a:pt x="2023869" y="3413842"/>
                  </a:lnTo>
                  <a:lnTo>
                    <a:pt x="2067939" y="3402775"/>
                  </a:lnTo>
                  <a:lnTo>
                    <a:pt x="2111543" y="3390492"/>
                  </a:lnTo>
                  <a:lnTo>
                    <a:pt x="2154662" y="3377012"/>
                  </a:lnTo>
                  <a:lnTo>
                    <a:pt x="2197279" y="3362352"/>
                  </a:lnTo>
                  <a:lnTo>
                    <a:pt x="2239377" y="3346532"/>
                  </a:lnTo>
                  <a:lnTo>
                    <a:pt x="2280938" y="3329569"/>
                  </a:lnTo>
                  <a:lnTo>
                    <a:pt x="2321944" y="3311481"/>
                  </a:lnTo>
                  <a:lnTo>
                    <a:pt x="2362379" y="3292287"/>
                  </a:lnTo>
                  <a:lnTo>
                    <a:pt x="2402225" y="3272005"/>
                  </a:lnTo>
                  <a:lnTo>
                    <a:pt x="2441464" y="3250653"/>
                  </a:lnTo>
                  <a:lnTo>
                    <a:pt x="2480079" y="3228249"/>
                  </a:lnTo>
                  <a:lnTo>
                    <a:pt x="2518052" y="3204811"/>
                  </a:lnTo>
                  <a:lnTo>
                    <a:pt x="2555366" y="3180358"/>
                  </a:lnTo>
                  <a:lnTo>
                    <a:pt x="2592004" y="3154908"/>
                  </a:lnTo>
                  <a:lnTo>
                    <a:pt x="2627948" y="3128479"/>
                  </a:lnTo>
                  <a:lnTo>
                    <a:pt x="2663180" y="3101090"/>
                  </a:lnTo>
                  <a:lnTo>
                    <a:pt x="2697684" y="3072758"/>
                  </a:lnTo>
                  <a:lnTo>
                    <a:pt x="2731441" y="3043501"/>
                  </a:lnTo>
                  <a:lnTo>
                    <a:pt x="2764435" y="3013339"/>
                  </a:lnTo>
                  <a:lnTo>
                    <a:pt x="2796647" y="2982288"/>
                  </a:lnTo>
                  <a:lnTo>
                    <a:pt x="2828061" y="2950368"/>
                  </a:lnTo>
                  <a:lnTo>
                    <a:pt x="2858658" y="2917597"/>
                  </a:lnTo>
                  <a:lnTo>
                    <a:pt x="2888422" y="2883992"/>
                  </a:lnTo>
                  <a:lnTo>
                    <a:pt x="2917335" y="2849572"/>
                  </a:lnTo>
                  <a:lnTo>
                    <a:pt x="2945379" y="2814355"/>
                  </a:lnTo>
                  <a:lnTo>
                    <a:pt x="2972538" y="2778360"/>
                  </a:lnTo>
                  <a:lnTo>
                    <a:pt x="2998793" y="2741604"/>
                  </a:lnTo>
                  <a:lnTo>
                    <a:pt x="3024127" y="2704106"/>
                  </a:lnTo>
                  <a:lnTo>
                    <a:pt x="3048523" y="2665884"/>
                  </a:lnTo>
                  <a:lnTo>
                    <a:pt x="3071963" y="2626956"/>
                  </a:lnTo>
                  <a:lnTo>
                    <a:pt x="3094429" y="2587340"/>
                  </a:lnTo>
                  <a:lnTo>
                    <a:pt x="3115905" y="2547055"/>
                  </a:lnTo>
                  <a:lnTo>
                    <a:pt x="3136373" y="2506119"/>
                  </a:lnTo>
                  <a:lnTo>
                    <a:pt x="3155815" y="2464550"/>
                  </a:lnTo>
                  <a:lnTo>
                    <a:pt x="3174215" y="2422366"/>
                  </a:lnTo>
                  <a:lnTo>
                    <a:pt x="3191553" y="2379586"/>
                  </a:lnTo>
                  <a:lnTo>
                    <a:pt x="3207814" y="2336227"/>
                  </a:lnTo>
                  <a:lnTo>
                    <a:pt x="3222979" y="2292308"/>
                  </a:lnTo>
                  <a:lnTo>
                    <a:pt x="3237031" y="2247847"/>
                  </a:lnTo>
                  <a:lnTo>
                    <a:pt x="3249953" y="2202863"/>
                  </a:lnTo>
                  <a:lnTo>
                    <a:pt x="3261727" y="2157372"/>
                  </a:lnTo>
                  <a:lnTo>
                    <a:pt x="3272336" y="2111395"/>
                  </a:lnTo>
                  <a:lnTo>
                    <a:pt x="3281762" y="2064948"/>
                  </a:lnTo>
                  <a:lnTo>
                    <a:pt x="3289988" y="2018051"/>
                  </a:lnTo>
                  <a:lnTo>
                    <a:pt x="3296997" y="1970720"/>
                  </a:lnTo>
                  <a:lnTo>
                    <a:pt x="3302770" y="1922976"/>
                  </a:lnTo>
                  <a:lnTo>
                    <a:pt x="3307291" y="1874834"/>
                  </a:lnTo>
                  <a:lnTo>
                    <a:pt x="3310541" y="1826315"/>
                  </a:lnTo>
                  <a:lnTo>
                    <a:pt x="3312505" y="1777436"/>
                  </a:lnTo>
                  <a:lnTo>
                    <a:pt x="3313163" y="1728215"/>
                  </a:lnTo>
                  <a:lnTo>
                    <a:pt x="3312505" y="1679033"/>
                  </a:lnTo>
                  <a:lnTo>
                    <a:pt x="3310541" y="1630189"/>
                  </a:lnTo>
                  <a:lnTo>
                    <a:pt x="3307291" y="1581703"/>
                  </a:lnTo>
                  <a:lnTo>
                    <a:pt x="3302770" y="1533592"/>
                  </a:lnTo>
                  <a:lnTo>
                    <a:pt x="3296997" y="1485875"/>
                  </a:lnTo>
                  <a:lnTo>
                    <a:pt x="3289988" y="1438571"/>
                  </a:lnTo>
                  <a:lnTo>
                    <a:pt x="3281762" y="1391696"/>
                  </a:lnTo>
                  <a:lnTo>
                    <a:pt x="3272336" y="1345271"/>
                  </a:lnTo>
                  <a:lnTo>
                    <a:pt x="3261727" y="1299312"/>
                  </a:lnTo>
                  <a:lnTo>
                    <a:pt x="3249953" y="1253838"/>
                  </a:lnTo>
                  <a:lnTo>
                    <a:pt x="3237031" y="1208868"/>
                  </a:lnTo>
                  <a:lnTo>
                    <a:pt x="3222979" y="1164420"/>
                  </a:lnTo>
                  <a:lnTo>
                    <a:pt x="3207814" y="1120512"/>
                  </a:lnTo>
                  <a:lnTo>
                    <a:pt x="3191553" y="1077163"/>
                  </a:lnTo>
                  <a:lnTo>
                    <a:pt x="3174215" y="1034390"/>
                  </a:lnTo>
                  <a:lnTo>
                    <a:pt x="3155815" y="992211"/>
                  </a:lnTo>
                  <a:lnTo>
                    <a:pt x="3136373" y="950646"/>
                  </a:lnTo>
                  <a:lnTo>
                    <a:pt x="3115905" y="909713"/>
                  </a:lnTo>
                  <a:lnTo>
                    <a:pt x="3094429" y="869429"/>
                  </a:lnTo>
                  <a:lnTo>
                    <a:pt x="3071963" y="829813"/>
                  </a:lnTo>
                  <a:lnTo>
                    <a:pt x="3048523" y="790884"/>
                  </a:lnTo>
                  <a:lnTo>
                    <a:pt x="3024127" y="752659"/>
                  </a:lnTo>
                  <a:lnTo>
                    <a:pt x="2998793" y="715157"/>
                  </a:lnTo>
                  <a:lnTo>
                    <a:pt x="2972538" y="678396"/>
                  </a:lnTo>
                  <a:lnTo>
                    <a:pt x="2945379" y="642395"/>
                  </a:lnTo>
                  <a:lnTo>
                    <a:pt x="2917335" y="607171"/>
                  </a:lnTo>
                  <a:lnTo>
                    <a:pt x="2888422" y="572743"/>
                  </a:lnTo>
                  <a:lnTo>
                    <a:pt x="2858658" y="539130"/>
                  </a:lnTo>
                  <a:lnTo>
                    <a:pt x="2828061" y="506348"/>
                  </a:lnTo>
                  <a:lnTo>
                    <a:pt x="2796647" y="474418"/>
                  </a:lnTo>
                  <a:lnTo>
                    <a:pt x="2764435" y="443357"/>
                  </a:lnTo>
                  <a:lnTo>
                    <a:pt x="2731441" y="413183"/>
                  </a:lnTo>
                  <a:lnTo>
                    <a:pt x="2697684" y="383915"/>
                  </a:lnTo>
                  <a:lnTo>
                    <a:pt x="2663180" y="355571"/>
                  </a:lnTo>
                  <a:lnTo>
                    <a:pt x="2627948" y="328168"/>
                  </a:lnTo>
                  <a:lnTo>
                    <a:pt x="2592004" y="301727"/>
                  </a:lnTo>
                  <a:lnTo>
                    <a:pt x="2555366" y="276264"/>
                  </a:lnTo>
                  <a:lnTo>
                    <a:pt x="2518052" y="251798"/>
                  </a:lnTo>
                  <a:lnTo>
                    <a:pt x="2480079" y="228347"/>
                  </a:lnTo>
                  <a:lnTo>
                    <a:pt x="2441464" y="205930"/>
                  </a:lnTo>
                  <a:lnTo>
                    <a:pt x="2402225" y="184565"/>
                  </a:lnTo>
                  <a:lnTo>
                    <a:pt x="2362379" y="164270"/>
                  </a:lnTo>
                  <a:lnTo>
                    <a:pt x="2321944" y="145063"/>
                  </a:lnTo>
                  <a:lnTo>
                    <a:pt x="2280938" y="126963"/>
                  </a:lnTo>
                  <a:lnTo>
                    <a:pt x="2239377" y="109988"/>
                  </a:lnTo>
                  <a:lnTo>
                    <a:pt x="2197279" y="94156"/>
                  </a:lnTo>
                  <a:lnTo>
                    <a:pt x="2154662" y="79486"/>
                  </a:lnTo>
                  <a:lnTo>
                    <a:pt x="2111543" y="65995"/>
                  </a:lnTo>
                  <a:lnTo>
                    <a:pt x="2067939" y="53703"/>
                  </a:lnTo>
                  <a:lnTo>
                    <a:pt x="2023869" y="42627"/>
                  </a:lnTo>
                  <a:lnTo>
                    <a:pt x="1979349" y="32785"/>
                  </a:lnTo>
                  <a:lnTo>
                    <a:pt x="1934397" y="24197"/>
                  </a:lnTo>
                  <a:lnTo>
                    <a:pt x="1889030" y="16879"/>
                  </a:lnTo>
                  <a:lnTo>
                    <a:pt x="1843266" y="10851"/>
                  </a:lnTo>
                  <a:lnTo>
                    <a:pt x="1797122" y="6131"/>
                  </a:lnTo>
                  <a:lnTo>
                    <a:pt x="1750616" y="2737"/>
                  </a:lnTo>
                  <a:lnTo>
                    <a:pt x="1703766" y="687"/>
                  </a:lnTo>
                  <a:lnTo>
                    <a:pt x="1656587" y="0"/>
                  </a:lnTo>
                  <a:close/>
                </a:path>
              </a:pathLst>
            </a:custGeom>
            <a:ln w="38100">
              <a:solidFill>
                <a:srgbClr val="003300"/>
              </a:solidFill>
              <a:prstDash val="dot"/>
            </a:ln>
          </p:spPr>
          <p:txBody>
            <a:bodyPr wrap="square" lIns="0" tIns="0" rIns="0" bIns="0" rtlCol="0"/>
            <a:lstStyle/>
            <a:p>
              <a:endParaRPr/>
            </a:p>
          </p:txBody>
        </p:sp>
        <p:sp>
          <p:nvSpPr>
            <p:cNvPr id="7" name="object 8"/>
            <p:cNvSpPr/>
            <p:nvPr/>
          </p:nvSpPr>
          <p:spPr>
            <a:xfrm>
              <a:off x="3906659" y="2698242"/>
              <a:ext cx="3313163" cy="3456432"/>
            </a:xfrm>
            <a:prstGeom prst="rect">
              <a:avLst/>
            </a:prstGeom>
            <a:blipFill>
              <a:blip r:embed="rId2" cstate="print"/>
              <a:stretch>
                <a:fillRect/>
              </a:stretch>
            </a:blipFill>
          </p:spPr>
          <p:txBody>
            <a:bodyPr wrap="square" lIns="0" tIns="0" rIns="0" bIns="0" rtlCol="0"/>
            <a:lstStyle/>
            <a:p>
              <a:endParaRPr/>
            </a:p>
          </p:txBody>
        </p:sp>
        <p:sp>
          <p:nvSpPr>
            <p:cNvPr id="8" name="object 9"/>
            <p:cNvSpPr/>
            <p:nvPr/>
          </p:nvSpPr>
          <p:spPr>
            <a:xfrm>
              <a:off x="3906659" y="2698242"/>
              <a:ext cx="3313429" cy="3456940"/>
            </a:xfrm>
            <a:custGeom>
              <a:avLst/>
              <a:gdLst/>
              <a:ahLst/>
              <a:cxnLst/>
              <a:rect l="l" t="t" r="r" b="b"/>
              <a:pathLst>
                <a:path w="3313429" h="3456940">
                  <a:moveTo>
                    <a:pt x="1656588" y="0"/>
                  </a:moveTo>
                  <a:lnTo>
                    <a:pt x="1609447" y="687"/>
                  </a:lnTo>
                  <a:lnTo>
                    <a:pt x="1562632" y="2737"/>
                  </a:lnTo>
                  <a:lnTo>
                    <a:pt x="1516159" y="6131"/>
                  </a:lnTo>
                  <a:lnTo>
                    <a:pt x="1470046" y="10851"/>
                  </a:lnTo>
                  <a:lnTo>
                    <a:pt x="1424309" y="16879"/>
                  </a:lnTo>
                  <a:lnTo>
                    <a:pt x="1378968" y="24197"/>
                  </a:lnTo>
                  <a:lnTo>
                    <a:pt x="1334039" y="32785"/>
                  </a:lnTo>
                  <a:lnTo>
                    <a:pt x="1289540" y="42627"/>
                  </a:lnTo>
                  <a:lnTo>
                    <a:pt x="1245488" y="53703"/>
                  </a:lnTo>
                  <a:lnTo>
                    <a:pt x="1201901" y="65995"/>
                  </a:lnTo>
                  <a:lnTo>
                    <a:pt x="1158797" y="79486"/>
                  </a:lnTo>
                  <a:lnTo>
                    <a:pt x="1116192" y="94156"/>
                  </a:lnTo>
                  <a:lnTo>
                    <a:pt x="1074105" y="109988"/>
                  </a:lnTo>
                  <a:lnTo>
                    <a:pt x="1032553" y="126963"/>
                  </a:lnTo>
                  <a:lnTo>
                    <a:pt x="991554" y="145063"/>
                  </a:lnTo>
                  <a:lnTo>
                    <a:pt x="951124" y="164270"/>
                  </a:lnTo>
                  <a:lnTo>
                    <a:pt x="911282" y="184565"/>
                  </a:lnTo>
                  <a:lnTo>
                    <a:pt x="872046" y="205930"/>
                  </a:lnTo>
                  <a:lnTo>
                    <a:pt x="833432" y="228347"/>
                  </a:lnTo>
                  <a:lnTo>
                    <a:pt x="795458" y="251798"/>
                  </a:lnTo>
                  <a:lnTo>
                    <a:pt x="758142" y="276264"/>
                  </a:lnTo>
                  <a:lnTo>
                    <a:pt x="721501" y="301727"/>
                  </a:lnTo>
                  <a:lnTo>
                    <a:pt x="685553" y="328168"/>
                  </a:lnTo>
                  <a:lnTo>
                    <a:pt x="650315" y="355571"/>
                  </a:lnTo>
                  <a:lnTo>
                    <a:pt x="615805" y="383915"/>
                  </a:lnTo>
                  <a:lnTo>
                    <a:pt x="582040" y="413183"/>
                  </a:lnTo>
                  <a:lnTo>
                    <a:pt x="549038" y="443357"/>
                  </a:lnTo>
                  <a:lnTo>
                    <a:pt x="516817" y="474418"/>
                  </a:lnTo>
                  <a:lnTo>
                    <a:pt x="485393" y="506349"/>
                  </a:lnTo>
                  <a:lnTo>
                    <a:pt x="454785" y="539130"/>
                  </a:lnTo>
                  <a:lnTo>
                    <a:pt x="425010" y="572743"/>
                  </a:lnTo>
                  <a:lnTo>
                    <a:pt x="396086" y="607171"/>
                  </a:lnTo>
                  <a:lnTo>
                    <a:pt x="368030" y="642395"/>
                  </a:lnTo>
                  <a:lnTo>
                    <a:pt x="340859" y="678396"/>
                  </a:lnTo>
                  <a:lnTo>
                    <a:pt x="314591" y="715157"/>
                  </a:lnTo>
                  <a:lnTo>
                    <a:pt x="289244" y="752659"/>
                  </a:lnTo>
                  <a:lnTo>
                    <a:pt x="264835" y="790884"/>
                  </a:lnTo>
                  <a:lnTo>
                    <a:pt x="241381" y="829813"/>
                  </a:lnTo>
                  <a:lnTo>
                    <a:pt x="218901" y="869429"/>
                  </a:lnTo>
                  <a:lnTo>
                    <a:pt x="197412" y="909713"/>
                  </a:lnTo>
                  <a:lnTo>
                    <a:pt x="176931" y="950646"/>
                  </a:lnTo>
                  <a:lnTo>
                    <a:pt x="157475" y="992211"/>
                  </a:lnTo>
                  <a:lnTo>
                    <a:pt x="139063" y="1034390"/>
                  </a:lnTo>
                  <a:lnTo>
                    <a:pt x="121712" y="1077163"/>
                  </a:lnTo>
                  <a:lnTo>
                    <a:pt x="105439" y="1120512"/>
                  </a:lnTo>
                  <a:lnTo>
                    <a:pt x="90262" y="1164420"/>
                  </a:lnTo>
                  <a:lnTo>
                    <a:pt x="76199" y="1208868"/>
                  </a:lnTo>
                  <a:lnTo>
                    <a:pt x="63266" y="1253838"/>
                  </a:lnTo>
                  <a:lnTo>
                    <a:pt x="51482" y="1299312"/>
                  </a:lnTo>
                  <a:lnTo>
                    <a:pt x="40864" y="1345271"/>
                  </a:lnTo>
                  <a:lnTo>
                    <a:pt x="31430" y="1391696"/>
                  </a:lnTo>
                  <a:lnTo>
                    <a:pt x="23196" y="1438571"/>
                  </a:lnTo>
                  <a:lnTo>
                    <a:pt x="16181" y="1485875"/>
                  </a:lnTo>
                  <a:lnTo>
                    <a:pt x="10403" y="1533592"/>
                  </a:lnTo>
                  <a:lnTo>
                    <a:pt x="5878" y="1581703"/>
                  </a:lnTo>
                  <a:lnTo>
                    <a:pt x="2624" y="1630189"/>
                  </a:lnTo>
                  <a:lnTo>
                    <a:pt x="658" y="1679033"/>
                  </a:lnTo>
                  <a:lnTo>
                    <a:pt x="0" y="1728216"/>
                  </a:lnTo>
                  <a:lnTo>
                    <a:pt x="658" y="1777398"/>
                  </a:lnTo>
                  <a:lnTo>
                    <a:pt x="2624" y="1826242"/>
                  </a:lnTo>
                  <a:lnTo>
                    <a:pt x="5878" y="1874728"/>
                  </a:lnTo>
                  <a:lnTo>
                    <a:pt x="10403" y="1922839"/>
                  </a:lnTo>
                  <a:lnTo>
                    <a:pt x="16181" y="1970556"/>
                  </a:lnTo>
                  <a:lnTo>
                    <a:pt x="23196" y="2017860"/>
                  </a:lnTo>
                  <a:lnTo>
                    <a:pt x="31430" y="2064735"/>
                  </a:lnTo>
                  <a:lnTo>
                    <a:pt x="40864" y="2111160"/>
                  </a:lnTo>
                  <a:lnTo>
                    <a:pt x="51482" y="2157119"/>
                  </a:lnTo>
                  <a:lnTo>
                    <a:pt x="63266" y="2202593"/>
                  </a:lnTo>
                  <a:lnTo>
                    <a:pt x="76199" y="2247563"/>
                  </a:lnTo>
                  <a:lnTo>
                    <a:pt x="90262" y="2292011"/>
                  </a:lnTo>
                  <a:lnTo>
                    <a:pt x="105439" y="2335919"/>
                  </a:lnTo>
                  <a:lnTo>
                    <a:pt x="121712" y="2379268"/>
                  </a:lnTo>
                  <a:lnTo>
                    <a:pt x="139063" y="2422041"/>
                  </a:lnTo>
                  <a:lnTo>
                    <a:pt x="157475" y="2464220"/>
                  </a:lnTo>
                  <a:lnTo>
                    <a:pt x="176931" y="2505785"/>
                  </a:lnTo>
                  <a:lnTo>
                    <a:pt x="197412" y="2546718"/>
                  </a:lnTo>
                  <a:lnTo>
                    <a:pt x="218901" y="2587002"/>
                  </a:lnTo>
                  <a:lnTo>
                    <a:pt x="241381" y="2626618"/>
                  </a:lnTo>
                  <a:lnTo>
                    <a:pt x="264835" y="2665547"/>
                  </a:lnTo>
                  <a:lnTo>
                    <a:pt x="289244" y="2703772"/>
                  </a:lnTo>
                  <a:lnTo>
                    <a:pt x="314591" y="2741274"/>
                  </a:lnTo>
                  <a:lnTo>
                    <a:pt x="340859" y="2778035"/>
                  </a:lnTo>
                  <a:lnTo>
                    <a:pt x="368030" y="2814036"/>
                  </a:lnTo>
                  <a:lnTo>
                    <a:pt x="396086" y="2849260"/>
                  </a:lnTo>
                  <a:lnTo>
                    <a:pt x="425010" y="2883688"/>
                  </a:lnTo>
                  <a:lnTo>
                    <a:pt x="454785" y="2917301"/>
                  </a:lnTo>
                  <a:lnTo>
                    <a:pt x="485394" y="2950083"/>
                  </a:lnTo>
                  <a:lnTo>
                    <a:pt x="516817" y="2982013"/>
                  </a:lnTo>
                  <a:lnTo>
                    <a:pt x="549038" y="3013074"/>
                  </a:lnTo>
                  <a:lnTo>
                    <a:pt x="582040" y="3043248"/>
                  </a:lnTo>
                  <a:lnTo>
                    <a:pt x="615805" y="3072516"/>
                  </a:lnTo>
                  <a:lnTo>
                    <a:pt x="650315" y="3100860"/>
                  </a:lnTo>
                  <a:lnTo>
                    <a:pt x="685553" y="3128263"/>
                  </a:lnTo>
                  <a:lnTo>
                    <a:pt x="721501" y="3154704"/>
                  </a:lnTo>
                  <a:lnTo>
                    <a:pt x="758142" y="3180167"/>
                  </a:lnTo>
                  <a:lnTo>
                    <a:pt x="795458" y="3204633"/>
                  </a:lnTo>
                  <a:lnTo>
                    <a:pt x="833432" y="3228084"/>
                  </a:lnTo>
                  <a:lnTo>
                    <a:pt x="872046" y="3250501"/>
                  </a:lnTo>
                  <a:lnTo>
                    <a:pt x="911282" y="3271866"/>
                  </a:lnTo>
                  <a:lnTo>
                    <a:pt x="951124" y="3292161"/>
                  </a:lnTo>
                  <a:lnTo>
                    <a:pt x="991554" y="3311368"/>
                  </a:lnTo>
                  <a:lnTo>
                    <a:pt x="1032553" y="3329468"/>
                  </a:lnTo>
                  <a:lnTo>
                    <a:pt x="1074105" y="3346443"/>
                  </a:lnTo>
                  <a:lnTo>
                    <a:pt x="1116192" y="3362275"/>
                  </a:lnTo>
                  <a:lnTo>
                    <a:pt x="1158797" y="3376945"/>
                  </a:lnTo>
                  <a:lnTo>
                    <a:pt x="1201901" y="3390436"/>
                  </a:lnTo>
                  <a:lnTo>
                    <a:pt x="1245488" y="3402728"/>
                  </a:lnTo>
                  <a:lnTo>
                    <a:pt x="1289540" y="3413804"/>
                  </a:lnTo>
                  <a:lnTo>
                    <a:pt x="1334039" y="3423646"/>
                  </a:lnTo>
                  <a:lnTo>
                    <a:pt x="1378968" y="3432234"/>
                  </a:lnTo>
                  <a:lnTo>
                    <a:pt x="1424309" y="3439552"/>
                  </a:lnTo>
                  <a:lnTo>
                    <a:pt x="1470046" y="3445580"/>
                  </a:lnTo>
                  <a:lnTo>
                    <a:pt x="1516159" y="3450300"/>
                  </a:lnTo>
                  <a:lnTo>
                    <a:pt x="1562632" y="3453694"/>
                  </a:lnTo>
                  <a:lnTo>
                    <a:pt x="1609447" y="3455744"/>
                  </a:lnTo>
                  <a:lnTo>
                    <a:pt x="1656588" y="3456432"/>
                  </a:lnTo>
                  <a:lnTo>
                    <a:pt x="1703766" y="3455744"/>
                  </a:lnTo>
                  <a:lnTo>
                    <a:pt x="1750616" y="3453694"/>
                  </a:lnTo>
                  <a:lnTo>
                    <a:pt x="1797122" y="3450300"/>
                  </a:lnTo>
                  <a:lnTo>
                    <a:pt x="1843266" y="3445580"/>
                  </a:lnTo>
                  <a:lnTo>
                    <a:pt x="1889030" y="3439552"/>
                  </a:lnTo>
                  <a:lnTo>
                    <a:pt x="1934397" y="3432234"/>
                  </a:lnTo>
                  <a:lnTo>
                    <a:pt x="1979349" y="3423646"/>
                  </a:lnTo>
                  <a:lnTo>
                    <a:pt x="2023869" y="3413804"/>
                  </a:lnTo>
                  <a:lnTo>
                    <a:pt x="2067939" y="3402728"/>
                  </a:lnTo>
                  <a:lnTo>
                    <a:pt x="2111543" y="3390436"/>
                  </a:lnTo>
                  <a:lnTo>
                    <a:pt x="2154662" y="3376945"/>
                  </a:lnTo>
                  <a:lnTo>
                    <a:pt x="2197279" y="3362275"/>
                  </a:lnTo>
                  <a:lnTo>
                    <a:pt x="2239377" y="3346443"/>
                  </a:lnTo>
                  <a:lnTo>
                    <a:pt x="2280938" y="3329468"/>
                  </a:lnTo>
                  <a:lnTo>
                    <a:pt x="2321944" y="3311368"/>
                  </a:lnTo>
                  <a:lnTo>
                    <a:pt x="2362379" y="3292161"/>
                  </a:lnTo>
                  <a:lnTo>
                    <a:pt x="2402225" y="3271866"/>
                  </a:lnTo>
                  <a:lnTo>
                    <a:pt x="2441464" y="3250501"/>
                  </a:lnTo>
                  <a:lnTo>
                    <a:pt x="2480079" y="3228084"/>
                  </a:lnTo>
                  <a:lnTo>
                    <a:pt x="2518052" y="3204633"/>
                  </a:lnTo>
                  <a:lnTo>
                    <a:pt x="2555366" y="3180167"/>
                  </a:lnTo>
                  <a:lnTo>
                    <a:pt x="2592004" y="3154704"/>
                  </a:lnTo>
                  <a:lnTo>
                    <a:pt x="2627948" y="3128263"/>
                  </a:lnTo>
                  <a:lnTo>
                    <a:pt x="2663180" y="3100860"/>
                  </a:lnTo>
                  <a:lnTo>
                    <a:pt x="2697684" y="3072516"/>
                  </a:lnTo>
                  <a:lnTo>
                    <a:pt x="2731441" y="3043248"/>
                  </a:lnTo>
                  <a:lnTo>
                    <a:pt x="2764435" y="3013074"/>
                  </a:lnTo>
                  <a:lnTo>
                    <a:pt x="2796647" y="2982013"/>
                  </a:lnTo>
                  <a:lnTo>
                    <a:pt x="2828061" y="2950083"/>
                  </a:lnTo>
                  <a:lnTo>
                    <a:pt x="2858658" y="2917301"/>
                  </a:lnTo>
                  <a:lnTo>
                    <a:pt x="2888422" y="2883688"/>
                  </a:lnTo>
                  <a:lnTo>
                    <a:pt x="2917335" y="2849260"/>
                  </a:lnTo>
                  <a:lnTo>
                    <a:pt x="2945379" y="2814036"/>
                  </a:lnTo>
                  <a:lnTo>
                    <a:pt x="2972538" y="2778035"/>
                  </a:lnTo>
                  <a:lnTo>
                    <a:pt x="2998793" y="2741274"/>
                  </a:lnTo>
                  <a:lnTo>
                    <a:pt x="3024127" y="2703772"/>
                  </a:lnTo>
                  <a:lnTo>
                    <a:pt x="3048523" y="2665547"/>
                  </a:lnTo>
                  <a:lnTo>
                    <a:pt x="3071963" y="2626618"/>
                  </a:lnTo>
                  <a:lnTo>
                    <a:pt x="3094429" y="2587002"/>
                  </a:lnTo>
                  <a:lnTo>
                    <a:pt x="3115905" y="2546718"/>
                  </a:lnTo>
                  <a:lnTo>
                    <a:pt x="3136373" y="2505785"/>
                  </a:lnTo>
                  <a:lnTo>
                    <a:pt x="3155815" y="2464220"/>
                  </a:lnTo>
                  <a:lnTo>
                    <a:pt x="3174215" y="2422041"/>
                  </a:lnTo>
                  <a:lnTo>
                    <a:pt x="3191553" y="2379268"/>
                  </a:lnTo>
                  <a:lnTo>
                    <a:pt x="3207814" y="2335919"/>
                  </a:lnTo>
                  <a:lnTo>
                    <a:pt x="3222979" y="2292011"/>
                  </a:lnTo>
                  <a:lnTo>
                    <a:pt x="3237031" y="2247563"/>
                  </a:lnTo>
                  <a:lnTo>
                    <a:pt x="3249953" y="2202593"/>
                  </a:lnTo>
                  <a:lnTo>
                    <a:pt x="3261727" y="2157119"/>
                  </a:lnTo>
                  <a:lnTo>
                    <a:pt x="3272336" y="2111160"/>
                  </a:lnTo>
                  <a:lnTo>
                    <a:pt x="3281762" y="2064735"/>
                  </a:lnTo>
                  <a:lnTo>
                    <a:pt x="3289988" y="2017860"/>
                  </a:lnTo>
                  <a:lnTo>
                    <a:pt x="3296997" y="1970556"/>
                  </a:lnTo>
                  <a:lnTo>
                    <a:pt x="3302770" y="1922839"/>
                  </a:lnTo>
                  <a:lnTo>
                    <a:pt x="3307291" y="1874728"/>
                  </a:lnTo>
                  <a:lnTo>
                    <a:pt x="3310541" y="1826242"/>
                  </a:lnTo>
                  <a:lnTo>
                    <a:pt x="3312505" y="1777398"/>
                  </a:lnTo>
                  <a:lnTo>
                    <a:pt x="3313163" y="1728215"/>
                  </a:lnTo>
                  <a:lnTo>
                    <a:pt x="3312505" y="1679033"/>
                  </a:lnTo>
                  <a:lnTo>
                    <a:pt x="3310541" y="1630189"/>
                  </a:lnTo>
                  <a:lnTo>
                    <a:pt x="3307291" y="1581703"/>
                  </a:lnTo>
                  <a:lnTo>
                    <a:pt x="3302770" y="1533592"/>
                  </a:lnTo>
                  <a:lnTo>
                    <a:pt x="3296997" y="1485875"/>
                  </a:lnTo>
                  <a:lnTo>
                    <a:pt x="3289988" y="1438571"/>
                  </a:lnTo>
                  <a:lnTo>
                    <a:pt x="3281762" y="1391696"/>
                  </a:lnTo>
                  <a:lnTo>
                    <a:pt x="3272336" y="1345271"/>
                  </a:lnTo>
                  <a:lnTo>
                    <a:pt x="3261727" y="1299312"/>
                  </a:lnTo>
                  <a:lnTo>
                    <a:pt x="3249953" y="1253838"/>
                  </a:lnTo>
                  <a:lnTo>
                    <a:pt x="3237031" y="1208868"/>
                  </a:lnTo>
                  <a:lnTo>
                    <a:pt x="3222979" y="1164420"/>
                  </a:lnTo>
                  <a:lnTo>
                    <a:pt x="3207814" y="1120512"/>
                  </a:lnTo>
                  <a:lnTo>
                    <a:pt x="3191553" y="1077163"/>
                  </a:lnTo>
                  <a:lnTo>
                    <a:pt x="3174215" y="1034390"/>
                  </a:lnTo>
                  <a:lnTo>
                    <a:pt x="3155815" y="992211"/>
                  </a:lnTo>
                  <a:lnTo>
                    <a:pt x="3136373" y="950646"/>
                  </a:lnTo>
                  <a:lnTo>
                    <a:pt x="3115905" y="909713"/>
                  </a:lnTo>
                  <a:lnTo>
                    <a:pt x="3094429" y="869429"/>
                  </a:lnTo>
                  <a:lnTo>
                    <a:pt x="3071963" y="829813"/>
                  </a:lnTo>
                  <a:lnTo>
                    <a:pt x="3048523" y="790884"/>
                  </a:lnTo>
                  <a:lnTo>
                    <a:pt x="3024127" y="752659"/>
                  </a:lnTo>
                  <a:lnTo>
                    <a:pt x="2998793" y="715157"/>
                  </a:lnTo>
                  <a:lnTo>
                    <a:pt x="2972538" y="678396"/>
                  </a:lnTo>
                  <a:lnTo>
                    <a:pt x="2945379" y="642395"/>
                  </a:lnTo>
                  <a:lnTo>
                    <a:pt x="2917335" y="607171"/>
                  </a:lnTo>
                  <a:lnTo>
                    <a:pt x="2888422" y="572743"/>
                  </a:lnTo>
                  <a:lnTo>
                    <a:pt x="2858658" y="539130"/>
                  </a:lnTo>
                  <a:lnTo>
                    <a:pt x="2828061" y="506348"/>
                  </a:lnTo>
                  <a:lnTo>
                    <a:pt x="2796647" y="474418"/>
                  </a:lnTo>
                  <a:lnTo>
                    <a:pt x="2764435" y="443357"/>
                  </a:lnTo>
                  <a:lnTo>
                    <a:pt x="2731441" y="413183"/>
                  </a:lnTo>
                  <a:lnTo>
                    <a:pt x="2697684" y="383915"/>
                  </a:lnTo>
                  <a:lnTo>
                    <a:pt x="2663180" y="355571"/>
                  </a:lnTo>
                  <a:lnTo>
                    <a:pt x="2627948" y="328168"/>
                  </a:lnTo>
                  <a:lnTo>
                    <a:pt x="2592004" y="301727"/>
                  </a:lnTo>
                  <a:lnTo>
                    <a:pt x="2555366" y="276264"/>
                  </a:lnTo>
                  <a:lnTo>
                    <a:pt x="2518052" y="251798"/>
                  </a:lnTo>
                  <a:lnTo>
                    <a:pt x="2480079" y="228347"/>
                  </a:lnTo>
                  <a:lnTo>
                    <a:pt x="2441464" y="205930"/>
                  </a:lnTo>
                  <a:lnTo>
                    <a:pt x="2402225" y="184565"/>
                  </a:lnTo>
                  <a:lnTo>
                    <a:pt x="2362379" y="164270"/>
                  </a:lnTo>
                  <a:lnTo>
                    <a:pt x="2321944" y="145063"/>
                  </a:lnTo>
                  <a:lnTo>
                    <a:pt x="2280938" y="126963"/>
                  </a:lnTo>
                  <a:lnTo>
                    <a:pt x="2239377" y="109988"/>
                  </a:lnTo>
                  <a:lnTo>
                    <a:pt x="2197279" y="94156"/>
                  </a:lnTo>
                  <a:lnTo>
                    <a:pt x="2154662" y="79486"/>
                  </a:lnTo>
                  <a:lnTo>
                    <a:pt x="2111543" y="65995"/>
                  </a:lnTo>
                  <a:lnTo>
                    <a:pt x="2067939" y="53703"/>
                  </a:lnTo>
                  <a:lnTo>
                    <a:pt x="2023869" y="42627"/>
                  </a:lnTo>
                  <a:lnTo>
                    <a:pt x="1979349" y="32785"/>
                  </a:lnTo>
                  <a:lnTo>
                    <a:pt x="1934397" y="24197"/>
                  </a:lnTo>
                  <a:lnTo>
                    <a:pt x="1889030" y="16879"/>
                  </a:lnTo>
                  <a:lnTo>
                    <a:pt x="1843266" y="10851"/>
                  </a:lnTo>
                  <a:lnTo>
                    <a:pt x="1797122" y="6131"/>
                  </a:lnTo>
                  <a:lnTo>
                    <a:pt x="1750616" y="2737"/>
                  </a:lnTo>
                  <a:lnTo>
                    <a:pt x="1703766" y="687"/>
                  </a:lnTo>
                  <a:lnTo>
                    <a:pt x="1656588" y="0"/>
                  </a:lnTo>
                  <a:close/>
                </a:path>
              </a:pathLst>
            </a:custGeom>
            <a:ln w="38099">
              <a:solidFill>
                <a:srgbClr val="FF6600"/>
              </a:solidFill>
              <a:prstDash val="dot"/>
            </a:ln>
          </p:spPr>
          <p:txBody>
            <a:bodyPr wrap="square" lIns="0" tIns="0" rIns="0" bIns="0" rtlCol="0"/>
            <a:lstStyle/>
            <a:p>
              <a:endParaRPr/>
            </a:p>
          </p:txBody>
        </p:sp>
      </p:grpSp>
      <p:sp>
        <p:nvSpPr>
          <p:cNvPr id="9" name="object 11"/>
          <p:cNvSpPr txBox="1"/>
          <p:nvPr/>
        </p:nvSpPr>
        <p:spPr>
          <a:xfrm>
            <a:off x="2282462" y="4899280"/>
            <a:ext cx="2375535" cy="1004506"/>
          </a:xfrm>
          <a:prstGeom prst="rect">
            <a:avLst/>
          </a:prstGeom>
          <a:solidFill>
            <a:srgbClr val="008080"/>
          </a:solidFill>
          <a:ln w="38100">
            <a:solidFill>
              <a:srgbClr val="33CCFF"/>
            </a:solidFill>
          </a:ln>
        </p:spPr>
        <p:txBody>
          <a:bodyPr vert="horz" wrap="square" lIns="0" tIns="43815" rIns="0" bIns="0" rtlCol="0">
            <a:spAutoFit/>
          </a:bodyPr>
          <a:lstStyle/>
          <a:p>
            <a:pPr marL="137795" marR="128905" indent="-1270" algn="ctr">
              <a:lnSpc>
                <a:spcPct val="130300"/>
              </a:lnSpc>
              <a:spcBef>
                <a:spcPts val="345"/>
              </a:spcBef>
            </a:pPr>
            <a:r>
              <a:rPr sz="1600" spc="210" dirty="0">
                <a:latin typeface="Trebuchet MS"/>
                <a:cs typeface="Trebuchet MS"/>
              </a:rPr>
              <a:t>Bugs </a:t>
            </a:r>
            <a:r>
              <a:rPr sz="1600" spc="45" dirty="0">
                <a:latin typeface="Trebuchet MS"/>
                <a:cs typeface="Trebuchet MS"/>
              </a:rPr>
              <a:t>que </a:t>
            </a:r>
            <a:r>
              <a:rPr sz="1600" spc="130" dirty="0">
                <a:latin typeface="Trebuchet MS"/>
                <a:cs typeface="Trebuchet MS"/>
              </a:rPr>
              <a:t>se  </a:t>
            </a:r>
            <a:r>
              <a:rPr sz="1600" spc="60" dirty="0">
                <a:latin typeface="Trebuchet MS"/>
                <a:cs typeface="Trebuchet MS"/>
              </a:rPr>
              <a:t>encuentran </a:t>
            </a:r>
            <a:r>
              <a:rPr sz="1600" spc="40" dirty="0">
                <a:latin typeface="Trebuchet MS"/>
                <a:cs typeface="Trebuchet MS"/>
              </a:rPr>
              <a:t>mediante  </a:t>
            </a:r>
            <a:r>
              <a:rPr sz="1600" spc="80" dirty="0">
                <a:latin typeface="Trebuchet MS"/>
                <a:cs typeface="Trebuchet MS"/>
              </a:rPr>
              <a:t>Testing</a:t>
            </a:r>
            <a:r>
              <a:rPr sz="1600" spc="120" dirty="0">
                <a:latin typeface="Trebuchet MS"/>
                <a:cs typeface="Trebuchet MS"/>
              </a:rPr>
              <a:t> </a:t>
            </a:r>
            <a:r>
              <a:rPr sz="1600" spc="55" dirty="0">
                <a:latin typeface="Trebuchet MS"/>
                <a:cs typeface="Trebuchet MS"/>
              </a:rPr>
              <a:t>funcional</a:t>
            </a:r>
            <a:endParaRPr sz="1600">
              <a:latin typeface="Trebuchet MS"/>
              <a:cs typeface="Trebuchet MS"/>
            </a:endParaRPr>
          </a:p>
        </p:txBody>
      </p:sp>
      <p:sp>
        <p:nvSpPr>
          <p:cNvPr id="10" name="object 15"/>
          <p:cNvSpPr txBox="1"/>
          <p:nvPr/>
        </p:nvSpPr>
        <p:spPr>
          <a:xfrm>
            <a:off x="8738624" y="3094998"/>
            <a:ext cx="2362200" cy="1004506"/>
          </a:xfrm>
          <a:prstGeom prst="rect">
            <a:avLst/>
          </a:prstGeom>
          <a:ln w="38100">
            <a:solidFill>
              <a:srgbClr val="FFFF66"/>
            </a:solidFill>
          </a:ln>
        </p:spPr>
        <p:txBody>
          <a:bodyPr vert="horz" wrap="square" lIns="0" tIns="43815" rIns="0" bIns="0" rtlCol="0">
            <a:spAutoFit/>
          </a:bodyPr>
          <a:lstStyle/>
          <a:p>
            <a:pPr marL="118745" marR="110489" indent="431800">
              <a:lnSpc>
                <a:spcPct val="130300"/>
              </a:lnSpc>
              <a:spcBef>
                <a:spcPts val="345"/>
              </a:spcBef>
            </a:pPr>
            <a:r>
              <a:rPr sz="1600" spc="210" dirty="0">
                <a:latin typeface="Trebuchet MS"/>
                <a:cs typeface="Trebuchet MS"/>
              </a:rPr>
              <a:t>Bugs </a:t>
            </a:r>
            <a:r>
              <a:rPr sz="1600" spc="45" dirty="0">
                <a:latin typeface="Trebuchet MS"/>
                <a:cs typeface="Trebuchet MS"/>
              </a:rPr>
              <a:t>que </a:t>
            </a:r>
            <a:r>
              <a:rPr sz="1600" spc="130" dirty="0">
                <a:latin typeface="Trebuchet MS"/>
                <a:cs typeface="Trebuchet MS"/>
              </a:rPr>
              <a:t>se  </a:t>
            </a:r>
            <a:r>
              <a:rPr sz="1600" spc="60" dirty="0">
                <a:latin typeface="Trebuchet MS"/>
                <a:cs typeface="Trebuchet MS"/>
              </a:rPr>
              <a:t>encuentran </a:t>
            </a:r>
            <a:r>
              <a:rPr sz="1600" spc="40" dirty="0">
                <a:latin typeface="Trebuchet MS"/>
                <a:cs typeface="Trebuchet MS"/>
              </a:rPr>
              <a:t>mediante  </a:t>
            </a:r>
            <a:r>
              <a:rPr sz="1600" spc="80" dirty="0">
                <a:latin typeface="Trebuchet MS"/>
                <a:cs typeface="Trebuchet MS"/>
              </a:rPr>
              <a:t>Testing </a:t>
            </a:r>
            <a:r>
              <a:rPr sz="1600" spc="25" dirty="0">
                <a:latin typeface="Trebuchet MS"/>
                <a:cs typeface="Trebuchet MS"/>
              </a:rPr>
              <a:t>de</a:t>
            </a:r>
            <a:r>
              <a:rPr sz="1600" spc="160" dirty="0">
                <a:latin typeface="Trebuchet MS"/>
                <a:cs typeface="Trebuchet MS"/>
              </a:rPr>
              <a:t> </a:t>
            </a:r>
            <a:r>
              <a:rPr sz="1600" spc="100" dirty="0">
                <a:latin typeface="Trebuchet MS"/>
                <a:cs typeface="Trebuchet MS"/>
              </a:rPr>
              <a:t>seguridad</a:t>
            </a:r>
            <a:endParaRPr sz="1600">
              <a:latin typeface="Trebuchet MS"/>
              <a:cs typeface="Trebuchet MS"/>
            </a:endParaRPr>
          </a:p>
        </p:txBody>
      </p:sp>
      <p:sp>
        <p:nvSpPr>
          <p:cNvPr id="18" name="object 10"/>
          <p:cNvSpPr txBox="1"/>
          <p:nvPr/>
        </p:nvSpPr>
        <p:spPr>
          <a:xfrm>
            <a:off x="4657997" y="3445955"/>
            <a:ext cx="3359785" cy="886460"/>
          </a:xfrm>
          <a:prstGeom prst="rect">
            <a:avLst/>
          </a:prstGeom>
        </p:spPr>
        <p:txBody>
          <a:bodyPr vert="horz" wrap="square" lIns="0" tIns="168910" rIns="0" bIns="0" rtlCol="0">
            <a:spAutoFit/>
          </a:bodyPr>
          <a:lstStyle/>
          <a:p>
            <a:pPr marL="12700">
              <a:lnSpc>
                <a:spcPct val="100000"/>
              </a:lnSpc>
              <a:spcBef>
                <a:spcPts val="1330"/>
              </a:spcBef>
            </a:pPr>
            <a:r>
              <a:rPr sz="1800" spc="85" dirty="0">
                <a:latin typeface="Trebuchet MS"/>
                <a:cs typeface="Trebuchet MS"/>
              </a:rPr>
              <a:t>Funcionalidad</a:t>
            </a:r>
            <a:r>
              <a:rPr sz="1800" spc="145" dirty="0">
                <a:latin typeface="Trebuchet MS"/>
                <a:cs typeface="Trebuchet MS"/>
              </a:rPr>
              <a:t> </a:t>
            </a:r>
            <a:r>
              <a:rPr sz="1800" spc="114" dirty="0">
                <a:latin typeface="Trebuchet MS"/>
                <a:cs typeface="Trebuchet MS"/>
              </a:rPr>
              <a:t>diseñada</a:t>
            </a:r>
            <a:endParaRPr sz="1800" dirty="0">
              <a:latin typeface="Trebuchet MS"/>
              <a:cs typeface="Trebuchet MS"/>
            </a:endParaRPr>
          </a:p>
          <a:p>
            <a:pPr marL="1248410">
              <a:lnSpc>
                <a:spcPct val="100000"/>
              </a:lnSpc>
              <a:spcBef>
                <a:spcPts val="1230"/>
              </a:spcBef>
            </a:pPr>
            <a:r>
              <a:rPr sz="1800" spc="85" dirty="0">
                <a:latin typeface="Trebuchet MS"/>
                <a:cs typeface="Trebuchet MS"/>
              </a:rPr>
              <a:t>Funcionalidad</a:t>
            </a:r>
            <a:r>
              <a:rPr sz="1800" spc="114" dirty="0">
                <a:latin typeface="Trebuchet MS"/>
                <a:cs typeface="Trebuchet MS"/>
              </a:rPr>
              <a:t> </a:t>
            </a:r>
            <a:r>
              <a:rPr sz="1800" spc="55" dirty="0">
                <a:latin typeface="Trebuchet MS"/>
                <a:cs typeface="Trebuchet MS"/>
              </a:rPr>
              <a:t>real</a:t>
            </a:r>
            <a:endParaRPr sz="1800" dirty="0">
              <a:latin typeface="Trebuchet MS"/>
              <a:cs typeface="Trebuchet MS"/>
            </a:endParaRPr>
          </a:p>
        </p:txBody>
      </p:sp>
      <p:cxnSp>
        <p:nvCxnSpPr>
          <p:cNvPr id="20" name="Conector recto de flecha 19"/>
          <p:cNvCxnSpPr/>
          <p:nvPr/>
        </p:nvCxnSpPr>
        <p:spPr>
          <a:xfrm flipV="1">
            <a:off x="3653592" y="3974891"/>
            <a:ext cx="1123406" cy="881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p:cNvCxnSpPr/>
          <p:nvPr/>
        </p:nvCxnSpPr>
        <p:spPr>
          <a:xfrm flipH="1">
            <a:off x="7971426" y="4092956"/>
            <a:ext cx="1655167" cy="621502"/>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3074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00" dirty="0"/>
              <a:t>Testing </a:t>
            </a:r>
            <a:r>
              <a:rPr lang="es-ES" spc="30" dirty="0"/>
              <a:t>de</a:t>
            </a:r>
            <a:r>
              <a:rPr lang="es-ES" spc="220" dirty="0"/>
              <a:t> </a:t>
            </a:r>
            <a:r>
              <a:rPr lang="es-ES" spc="130" dirty="0"/>
              <a:t>seguridad</a:t>
            </a:r>
            <a:endParaRPr lang="es-ES" dirty="0"/>
          </a:p>
        </p:txBody>
      </p:sp>
      <p:sp>
        <p:nvSpPr>
          <p:cNvPr id="3" name="Marcador de contenido 2"/>
          <p:cNvSpPr>
            <a:spLocks noGrp="1"/>
          </p:cNvSpPr>
          <p:nvPr>
            <p:ph idx="1"/>
          </p:nvPr>
        </p:nvSpPr>
        <p:spPr/>
        <p:txBody>
          <a:bodyPr/>
          <a:lstStyle/>
          <a:p>
            <a:r>
              <a:rPr lang="es-ES" spc="100" dirty="0">
                <a:latin typeface="Trebuchet MS"/>
                <a:cs typeface="Trebuchet MS"/>
              </a:rPr>
              <a:t>Técnicas </a:t>
            </a:r>
            <a:r>
              <a:rPr lang="es-ES" spc="30" dirty="0">
                <a:latin typeface="Trebuchet MS"/>
                <a:cs typeface="Trebuchet MS"/>
              </a:rPr>
              <a:t>de </a:t>
            </a:r>
            <a:r>
              <a:rPr lang="es-ES" spc="95" dirty="0" smtClean="0">
                <a:latin typeface="Trebuchet MS"/>
                <a:cs typeface="Trebuchet MS"/>
              </a:rPr>
              <a:t>Testing </a:t>
            </a:r>
            <a:r>
              <a:rPr lang="es-ES" spc="30" dirty="0">
                <a:latin typeface="Trebuchet MS"/>
                <a:cs typeface="Trebuchet MS"/>
              </a:rPr>
              <a:t>de</a:t>
            </a:r>
            <a:r>
              <a:rPr lang="es-ES" spc="450" dirty="0">
                <a:latin typeface="Trebuchet MS"/>
                <a:cs typeface="Trebuchet MS"/>
              </a:rPr>
              <a:t> </a:t>
            </a:r>
            <a:r>
              <a:rPr lang="es-ES" spc="130" dirty="0">
                <a:latin typeface="Trebuchet MS"/>
                <a:cs typeface="Trebuchet MS"/>
              </a:rPr>
              <a:t>S</a:t>
            </a:r>
            <a:r>
              <a:rPr lang="es-ES" spc="130" dirty="0" smtClean="0">
                <a:latin typeface="Trebuchet MS"/>
                <a:cs typeface="Trebuchet MS"/>
              </a:rPr>
              <a:t>eguridad</a:t>
            </a:r>
          </a:p>
          <a:p>
            <a:pPr lvl="1"/>
            <a:r>
              <a:rPr lang="es-ES" spc="95" dirty="0">
                <a:latin typeface="Trebuchet MS"/>
                <a:cs typeface="Trebuchet MS"/>
              </a:rPr>
              <a:t>Testing	</a:t>
            </a:r>
            <a:r>
              <a:rPr lang="es-ES" spc="270" dirty="0">
                <a:latin typeface="Trebuchet MS"/>
                <a:cs typeface="Trebuchet MS"/>
              </a:rPr>
              <a:t>F</a:t>
            </a:r>
            <a:r>
              <a:rPr lang="es-ES" spc="90" dirty="0">
                <a:latin typeface="Trebuchet MS"/>
                <a:cs typeface="Trebuchet MS"/>
              </a:rPr>
              <a:t>uncion</a:t>
            </a:r>
            <a:r>
              <a:rPr lang="es-ES" spc="85" dirty="0">
                <a:latin typeface="Trebuchet MS"/>
                <a:cs typeface="Trebuchet MS"/>
              </a:rPr>
              <a:t>a</a:t>
            </a:r>
            <a:r>
              <a:rPr lang="es-ES" spc="-60" dirty="0">
                <a:latin typeface="Trebuchet MS"/>
                <a:cs typeface="Trebuchet MS"/>
              </a:rPr>
              <a:t>l</a:t>
            </a:r>
            <a:r>
              <a:rPr lang="es-ES" dirty="0">
                <a:latin typeface="Trebuchet MS"/>
                <a:cs typeface="Trebuchet MS"/>
              </a:rPr>
              <a:t>	</a:t>
            </a:r>
            <a:r>
              <a:rPr lang="es-ES" spc="65" dirty="0">
                <a:latin typeface="Trebuchet MS"/>
                <a:cs typeface="Trebuchet MS"/>
              </a:rPr>
              <a:t>(clásico)</a:t>
            </a:r>
            <a:r>
              <a:rPr lang="es-ES" dirty="0">
                <a:latin typeface="Trebuchet MS"/>
                <a:cs typeface="Trebuchet MS"/>
              </a:rPr>
              <a:t>	</a:t>
            </a:r>
            <a:r>
              <a:rPr lang="es-ES" spc="80" dirty="0">
                <a:latin typeface="Trebuchet MS"/>
                <a:cs typeface="Trebuchet MS"/>
              </a:rPr>
              <a:t>aplicado</a:t>
            </a:r>
            <a:r>
              <a:rPr lang="es-ES" dirty="0">
                <a:latin typeface="Trebuchet MS"/>
                <a:cs typeface="Trebuchet MS"/>
              </a:rPr>
              <a:t>	</a:t>
            </a:r>
            <a:r>
              <a:rPr lang="es-ES" spc="195" dirty="0">
                <a:latin typeface="Trebuchet MS"/>
                <a:cs typeface="Trebuchet MS"/>
              </a:rPr>
              <a:t>a</a:t>
            </a:r>
            <a:r>
              <a:rPr lang="es-ES" dirty="0">
                <a:latin typeface="Trebuchet MS"/>
                <a:cs typeface="Trebuchet MS"/>
              </a:rPr>
              <a:t>	</a:t>
            </a:r>
            <a:r>
              <a:rPr lang="es-ES" spc="155" dirty="0">
                <a:latin typeface="Trebuchet MS"/>
                <a:cs typeface="Trebuchet MS"/>
              </a:rPr>
              <a:t>las</a:t>
            </a:r>
            <a:r>
              <a:rPr lang="es-ES" dirty="0">
                <a:latin typeface="Trebuchet MS"/>
                <a:cs typeface="Trebuchet MS"/>
              </a:rPr>
              <a:t>	</a:t>
            </a:r>
            <a:r>
              <a:rPr lang="es-ES" spc="80" dirty="0" smtClean="0">
                <a:latin typeface="Trebuchet MS"/>
                <a:cs typeface="Trebuchet MS"/>
              </a:rPr>
              <a:t>funciona</a:t>
            </a:r>
            <a:r>
              <a:rPr lang="es-ES" spc="85" dirty="0" smtClean="0">
                <a:latin typeface="Trebuchet MS"/>
                <a:cs typeface="Trebuchet MS"/>
              </a:rPr>
              <a:t>lidades de seguridad de una aplicación. </a:t>
            </a:r>
            <a:r>
              <a:rPr lang="es-ES" spc="85" dirty="0" err="1" smtClean="0">
                <a:latin typeface="Trebuchet MS"/>
                <a:cs typeface="Trebuchet MS"/>
              </a:rPr>
              <a:t>Ej</a:t>
            </a:r>
            <a:r>
              <a:rPr lang="es-ES" spc="85" dirty="0" smtClean="0">
                <a:latin typeface="Trebuchet MS"/>
                <a:cs typeface="Trebuchet MS"/>
              </a:rPr>
              <a:t>:</a:t>
            </a:r>
            <a:endParaRPr lang="es-ES" dirty="0">
              <a:latin typeface="Trebuchet MS"/>
              <a:cs typeface="Trebuchet MS"/>
            </a:endParaRPr>
          </a:p>
          <a:p>
            <a:endParaRPr lang="es-ES" dirty="0"/>
          </a:p>
        </p:txBody>
      </p:sp>
      <p:sp>
        <p:nvSpPr>
          <p:cNvPr id="4" name="object 6"/>
          <p:cNvSpPr txBox="1"/>
          <p:nvPr/>
        </p:nvSpPr>
        <p:spPr>
          <a:xfrm>
            <a:off x="1178185" y="4503130"/>
            <a:ext cx="7763509" cy="1473480"/>
          </a:xfrm>
          <a:prstGeom prst="rect">
            <a:avLst/>
          </a:prstGeom>
        </p:spPr>
        <p:txBody>
          <a:bodyPr vert="horz" wrap="square" lIns="0" tIns="95250" rIns="0" bIns="0" rtlCol="0">
            <a:spAutoFit/>
          </a:bodyPr>
          <a:lstStyle/>
          <a:p>
            <a:pPr marL="12700">
              <a:lnSpc>
                <a:spcPct val="100000"/>
              </a:lnSpc>
              <a:spcBef>
                <a:spcPts val="750"/>
              </a:spcBef>
            </a:pPr>
            <a:r>
              <a:rPr sz="1800" b="1" u="heavy" spc="90" dirty="0">
                <a:solidFill>
                  <a:schemeClr val="accent6">
                    <a:lumMod val="50000"/>
                  </a:schemeClr>
                </a:solidFill>
                <a:uFill>
                  <a:solidFill>
                    <a:srgbClr val="FFFF9A"/>
                  </a:solidFill>
                </a:uFill>
                <a:latin typeface="Trebuchet MS"/>
                <a:cs typeface="Trebuchet MS"/>
              </a:rPr>
              <a:t>Testing </a:t>
            </a:r>
            <a:r>
              <a:rPr sz="1800" b="1" u="heavy" spc="30" dirty="0">
                <a:solidFill>
                  <a:schemeClr val="accent6">
                    <a:lumMod val="50000"/>
                  </a:schemeClr>
                </a:solidFill>
                <a:uFill>
                  <a:solidFill>
                    <a:srgbClr val="FFFF9A"/>
                  </a:solidFill>
                </a:uFill>
                <a:latin typeface="Trebuchet MS"/>
                <a:cs typeface="Trebuchet MS"/>
              </a:rPr>
              <a:t>de </a:t>
            </a:r>
            <a:r>
              <a:rPr sz="1800" b="1" u="heavy" spc="120" dirty="0">
                <a:solidFill>
                  <a:schemeClr val="accent6">
                    <a:lumMod val="50000"/>
                  </a:schemeClr>
                </a:solidFill>
                <a:uFill>
                  <a:solidFill>
                    <a:srgbClr val="FFFF9A"/>
                  </a:solidFill>
                </a:uFill>
                <a:latin typeface="Trebuchet MS"/>
                <a:cs typeface="Trebuchet MS"/>
              </a:rPr>
              <a:t>seguridad </a:t>
            </a:r>
            <a:r>
              <a:rPr sz="1800" b="1" u="heavy" spc="175" dirty="0">
                <a:solidFill>
                  <a:schemeClr val="accent6">
                    <a:lumMod val="50000"/>
                  </a:schemeClr>
                </a:solidFill>
                <a:uFill>
                  <a:solidFill>
                    <a:srgbClr val="FFFF9A"/>
                  </a:solidFill>
                </a:uFill>
                <a:latin typeface="Trebuchet MS"/>
                <a:cs typeface="Trebuchet MS"/>
              </a:rPr>
              <a:t>basado </a:t>
            </a:r>
            <a:r>
              <a:rPr sz="1800" b="1" u="heavy" spc="30" dirty="0">
                <a:solidFill>
                  <a:schemeClr val="accent6">
                    <a:lumMod val="50000"/>
                  </a:schemeClr>
                </a:solidFill>
                <a:uFill>
                  <a:solidFill>
                    <a:srgbClr val="FFFF9A"/>
                  </a:solidFill>
                </a:uFill>
                <a:latin typeface="Trebuchet MS"/>
                <a:cs typeface="Trebuchet MS"/>
              </a:rPr>
              <a:t>en</a:t>
            </a:r>
            <a:r>
              <a:rPr sz="1800" b="1" u="heavy" spc="355" dirty="0">
                <a:solidFill>
                  <a:schemeClr val="accent6">
                    <a:lumMod val="50000"/>
                  </a:schemeClr>
                </a:solidFill>
                <a:uFill>
                  <a:solidFill>
                    <a:srgbClr val="FFFF9A"/>
                  </a:solidFill>
                </a:uFill>
                <a:latin typeface="Trebuchet MS"/>
                <a:cs typeface="Trebuchet MS"/>
              </a:rPr>
              <a:t> </a:t>
            </a:r>
            <a:r>
              <a:rPr sz="1800" b="1" u="heavy" spc="150" dirty="0">
                <a:solidFill>
                  <a:schemeClr val="accent6">
                    <a:lumMod val="50000"/>
                  </a:schemeClr>
                </a:solidFill>
                <a:uFill>
                  <a:solidFill>
                    <a:srgbClr val="FFFF9A"/>
                  </a:solidFill>
                </a:uFill>
                <a:latin typeface="Trebuchet MS"/>
                <a:cs typeface="Trebuchet MS"/>
              </a:rPr>
              <a:t>Riesgo</a:t>
            </a:r>
            <a:endParaRPr sz="1800" b="1" dirty="0">
              <a:solidFill>
                <a:schemeClr val="accent6">
                  <a:lumMod val="50000"/>
                </a:schemeClr>
              </a:solidFill>
              <a:latin typeface="Trebuchet MS"/>
              <a:cs typeface="Trebuchet MS"/>
            </a:endParaRPr>
          </a:p>
          <a:p>
            <a:pPr marL="205740" indent="-193675">
              <a:lnSpc>
                <a:spcPct val="100000"/>
              </a:lnSpc>
              <a:spcBef>
                <a:spcPts val="655"/>
              </a:spcBef>
              <a:buClr>
                <a:srgbClr val="FF3300"/>
              </a:buClr>
              <a:buFont typeface="Wingdings"/>
              <a:buChar char=""/>
              <a:tabLst>
                <a:tab pos="206375" algn="l"/>
              </a:tabLst>
            </a:pPr>
            <a:r>
              <a:rPr sz="1800" spc="55" dirty="0">
                <a:latin typeface="Trebuchet MS"/>
                <a:cs typeface="Trebuchet MS"/>
              </a:rPr>
              <a:t>Técnica </a:t>
            </a:r>
            <a:r>
              <a:rPr sz="1800" spc="50" dirty="0">
                <a:latin typeface="Trebuchet MS"/>
                <a:cs typeface="Trebuchet MS"/>
              </a:rPr>
              <a:t>que </a:t>
            </a:r>
            <a:r>
              <a:rPr sz="1800" spc="150" dirty="0">
                <a:latin typeface="Trebuchet MS"/>
                <a:cs typeface="Trebuchet MS"/>
              </a:rPr>
              <a:t>se </a:t>
            </a:r>
            <a:r>
              <a:rPr sz="1800" spc="85" dirty="0">
                <a:latin typeface="Trebuchet MS"/>
                <a:cs typeface="Trebuchet MS"/>
              </a:rPr>
              <a:t>desprende </a:t>
            </a:r>
            <a:r>
              <a:rPr sz="1800" dirty="0">
                <a:latin typeface="Trebuchet MS"/>
                <a:cs typeface="Trebuchet MS"/>
              </a:rPr>
              <a:t>del </a:t>
            </a:r>
            <a:r>
              <a:rPr sz="1800" spc="85" dirty="0">
                <a:latin typeface="Trebuchet MS"/>
                <a:cs typeface="Trebuchet MS"/>
              </a:rPr>
              <a:t>Threat</a:t>
            </a:r>
            <a:r>
              <a:rPr sz="1800" spc="580" dirty="0">
                <a:latin typeface="Trebuchet MS"/>
                <a:cs typeface="Trebuchet MS"/>
              </a:rPr>
              <a:t> </a:t>
            </a:r>
            <a:r>
              <a:rPr sz="1800" spc="85" dirty="0">
                <a:latin typeface="Trebuchet MS"/>
                <a:cs typeface="Trebuchet MS"/>
              </a:rPr>
              <a:t>Modelling</a:t>
            </a:r>
            <a:endParaRPr sz="1800" dirty="0">
              <a:latin typeface="Trebuchet MS"/>
              <a:cs typeface="Trebuchet MS"/>
            </a:endParaRPr>
          </a:p>
          <a:p>
            <a:pPr marL="207010" indent="-194310">
              <a:lnSpc>
                <a:spcPct val="100000"/>
              </a:lnSpc>
              <a:spcBef>
                <a:spcPts val="655"/>
              </a:spcBef>
              <a:buClr>
                <a:srgbClr val="FF3300"/>
              </a:buClr>
              <a:buFont typeface="Wingdings"/>
              <a:buChar char=""/>
              <a:tabLst>
                <a:tab pos="207010" algn="l"/>
              </a:tabLst>
            </a:pPr>
            <a:r>
              <a:rPr sz="1800" spc="225" dirty="0">
                <a:latin typeface="Trebuchet MS"/>
                <a:cs typeface="Trebuchet MS"/>
              </a:rPr>
              <a:t>Se </a:t>
            </a:r>
            <a:r>
              <a:rPr sz="1800" spc="35" dirty="0">
                <a:latin typeface="Trebuchet MS"/>
                <a:cs typeface="Trebuchet MS"/>
              </a:rPr>
              <a:t>identifican </a:t>
            </a:r>
            <a:r>
              <a:rPr sz="1800" spc="155" dirty="0">
                <a:latin typeface="Trebuchet MS"/>
                <a:cs typeface="Trebuchet MS"/>
              </a:rPr>
              <a:t>todas las </a:t>
            </a:r>
            <a:r>
              <a:rPr sz="1800" spc="80" dirty="0">
                <a:latin typeface="Trebuchet MS"/>
                <a:cs typeface="Trebuchet MS"/>
              </a:rPr>
              <a:t>interfaces </a:t>
            </a:r>
            <a:r>
              <a:rPr sz="1800" spc="25" dirty="0">
                <a:latin typeface="Trebuchet MS"/>
                <a:cs typeface="Trebuchet MS"/>
              </a:rPr>
              <a:t>de </a:t>
            </a:r>
            <a:r>
              <a:rPr sz="1800" spc="65" dirty="0">
                <a:latin typeface="Trebuchet MS"/>
                <a:cs typeface="Trebuchet MS"/>
              </a:rPr>
              <a:t>la</a:t>
            </a:r>
            <a:r>
              <a:rPr sz="1800" spc="375" dirty="0">
                <a:latin typeface="Trebuchet MS"/>
                <a:cs typeface="Trebuchet MS"/>
              </a:rPr>
              <a:t> </a:t>
            </a:r>
            <a:r>
              <a:rPr sz="1800" spc="70" dirty="0">
                <a:latin typeface="Trebuchet MS"/>
                <a:cs typeface="Trebuchet MS"/>
              </a:rPr>
              <a:t>aplicación</a:t>
            </a:r>
            <a:endParaRPr sz="1800" dirty="0">
              <a:latin typeface="Trebuchet MS"/>
              <a:cs typeface="Trebuchet MS"/>
            </a:endParaRPr>
          </a:p>
          <a:p>
            <a:pPr marL="207010" indent="-194310">
              <a:lnSpc>
                <a:spcPct val="100000"/>
              </a:lnSpc>
              <a:spcBef>
                <a:spcPts val="655"/>
              </a:spcBef>
              <a:buClr>
                <a:srgbClr val="FF3300"/>
              </a:buClr>
              <a:buFont typeface="Wingdings"/>
              <a:buChar char=""/>
              <a:tabLst>
                <a:tab pos="207010" algn="l"/>
              </a:tabLst>
            </a:pPr>
            <a:r>
              <a:rPr sz="1800" spc="225" dirty="0">
                <a:latin typeface="Trebuchet MS"/>
                <a:cs typeface="Trebuchet MS"/>
              </a:rPr>
              <a:t>Se </a:t>
            </a:r>
            <a:r>
              <a:rPr sz="1800" spc="90" dirty="0">
                <a:latin typeface="Trebuchet MS"/>
                <a:cs typeface="Trebuchet MS"/>
              </a:rPr>
              <a:t>generan </a:t>
            </a:r>
            <a:r>
              <a:rPr sz="1800" spc="210" dirty="0">
                <a:latin typeface="Trebuchet MS"/>
                <a:cs typeface="Trebuchet MS"/>
              </a:rPr>
              <a:t>casos </a:t>
            </a:r>
            <a:r>
              <a:rPr sz="1800" spc="25" dirty="0">
                <a:latin typeface="Trebuchet MS"/>
                <a:cs typeface="Trebuchet MS"/>
              </a:rPr>
              <a:t>de </a:t>
            </a:r>
            <a:r>
              <a:rPr sz="1800" spc="90" dirty="0">
                <a:latin typeface="Trebuchet MS"/>
                <a:cs typeface="Trebuchet MS"/>
              </a:rPr>
              <a:t>test </a:t>
            </a:r>
            <a:r>
              <a:rPr sz="1800" spc="135" dirty="0">
                <a:latin typeface="Trebuchet MS"/>
                <a:cs typeface="Trebuchet MS"/>
              </a:rPr>
              <a:t>sobre </a:t>
            </a:r>
            <a:r>
              <a:rPr sz="1800" spc="130" dirty="0">
                <a:latin typeface="Trebuchet MS"/>
                <a:cs typeface="Trebuchet MS"/>
              </a:rPr>
              <a:t>cada </a:t>
            </a:r>
            <a:r>
              <a:rPr sz="1800" spc="75" dirty="0">
                <a:latin typeface="Trebuchet MS"/>
                <a:cs typeface="Trebuchet MS"/>
              </a:rPr>
              <a:t>interfaz </a:t>
            </a:r>
            <a:r>
              <a:rPr sz="1800" spc="175" dirty="0">
                <a:latin typeface="Trebuchet MS"/>
                <a:cs typeface="Trebuchet MS"/>
              </a:rPr>
              <a:t>basado </a:t>
            </a:r>
            <a:r>
              <a:rPr sz="1800" spc="30" dirty="0">
                <a:latin typeface="Trebuchet MS"/>
                <a:cs typeface="Trebuchet MS"/>
              </a:rPr>
              <a:t>en</a:t>
            </a:r>
            <a:r>
              <a:rPr sz="1800" spc="405" dirty="0">
                <a:latin typeface="Trebuchet MS"/>
                <a:cs typeface="Trebuchet MS"/>
              </a:rPr>
              <a:t> </a:t>
            </a:r>
            <a:r>
              <a:rPr sz="1800" spc="240" dirty="0">
                <a:latin typeface="Trebuchet MS"/>
                <a:cs typeface="Trebuchet MS"/>
              </a:rPr>
              <a:t>STRIDE</a:t>
            </a:r>
            <a:endParaRPr sz="1800" dirty="0">
              <a:latin typeface="Trebuchet MS"/>
              <a:cs typeface="Trebuchet MS"/>
            </a:endParaRPr>
          </a:p>
        </p:txBody>
      </p:sp>
      <p:sp>
        <p:nvSpPr>
          <p:cNvPr id="6" name="object 7"/>
          <p:cNvSpPr txBox="1"/>
          <p:nvPr/>
        </p:nvSpPr>
        <p:spPr>
          <a:xfrm>
            <a:off x="1831282" y="3251505"/>
            <a:ext cx="3827145" cy="1251625"/>
          </a:xfrm>
          <a:prstGeom prst="rect">
            <a:avLst/>
          </a:prstGeom>
        </p:spPr>
        <p:txBody>
          <a:bodyPr vert="horz" wrap="square" lIns="0" tIns="12700" rIns="0" bIns="0" rtlCol="0">
            <a:spAutoFit/>
          </a:bodyPr>
          <a:lstStyle/>
          <a:p>
            <a:pPr marL="178435" indent="-94615">
              <a:lnSpc>
                <a:spcPct val="100000"/>
              </a:lnSpc>
              <a:spcBef>
                <a:spcPts val="1700"/>
              </a:spcBef>
              <a:buClr>
                <a:srgbClr val="FF3300"/>
              </a:buClr>
              <a:buSzPct val="88235"/>
              <a:buFont typeface="Wingdings"/>
              <a:buChar char=""/>
              <a:tabLst>
                <a:tab pos="179070" algn="l"/>
              </a:tabLst>
            </a:pPr>
            <a:r>
              <a:rPr sz="1700" i="1" spc="-40" dirty="0" smtClean="0">
                <a:latin typeface="Trebuchet MS"/>
                <a:cs typeface="Trebuchet MS"/>
              </a:rPr>
              <a:t>Req</a:t>
            </a:r>
            <a:r>
              <a:rPr sz="1700" i="1" spc="-40" dirty="0">
                <a:latin typeface="Trebuchet MS"/>
                <a:cs typeface="Trebuchet MS"/>
              </a:rPr>
              <a:t>. </a:t>
            </a:r>
            <a:r>
              <a:rPr sz="1700" i="1" spc="-25" dirty="0">
                <a:latin typeface="Trebuchet MS"/>
                <a:cs typeface="Trebuchet MS"/>
              </a:rPr>
              <a:t>de</a:t>
            </a:r>
            <a:r>
              <a:rPr sz="1700" i="1" spc="229" dirty="0">
                <a:latin typeface="Trebuchet MS"/>
                <a:cs typeface="Trebuchet MS"/>
              </a:rPr>
              <a:t> </a:t>
            </a:r>
            <a:r>
              <a:rPr sz="1700" i="1" spc="5" dirty="0">
                <a:latin typeface="Trebuchet MS"/>
                <a:cs typeface="Trebuchet MS"/>
              </a:rPr>
              <a:t>autenticación</a:t>
            </a:r>
            <a:endParaRPr sz="1700" dirty="0">
              <a:latin typeface="Trebuchet MS"/>
              <a:cs typeface="Trebuchet MS"/>
            </a:endParaRPr>
          </a:p>
          <a:p>
            <a:pPr marL="178435" indent="-94615">
              <a:lnSpc>
                <a:spcPct val="100000"/>
              </a:lnSpc>
              <a:spcBef>
                <a:spcPts val="464"/>
              </a:spcBef>
              <a:buClr>
                <a:srgbClr val="FF3300"/>
              </a:buClr>
              <a:buSzPct val="88235"/>
              <a:buFont typeface="Wingdings"/>
              <a:buChar char=""/>
              <a:tabLst>
                <a:tab pos="179070" algn="l"/>
              </a:tabLst>
            </a:pPr>
            <a:r>
              <a:rPr sz="1700" i="1" spc="-40" dirty="0">
                <a:latin typeface="Trebuchet MS"/>
                <a:cs typeface="Trebuchet MS"/>
              </a:rPr>
              <a:t>Req. </a:t>
            </a:r>
            <a:r>
              <a:rPr sz="1700" i="1" spc="-25" dirty="0">
                <a:latin typeface="Trebuchet MS"/>
                <a:cs typeface="Trebuchet MS"/>
              </a:rPr>
              <a:t>de </a:t>
            </a:r>
            <a:r>
              <a:rPr sz="1700" i="1" spc="-20" dirty="0">
                <a:latin typeface="Trebuchet MS"/>
                <a:cs typeface="Trebuchet MS"/>
              </a:rPr>
              <a:t>complejidad </a:t>
            </a:r>
            <a:r>
              <a:rPr sz="1700" i="1" spc="-25" dirty="0">
                <a:latin typeface="Trebuchet MS"/>
                <a:cs typeface="Trebuchet MS"/>
              </a:rPr>
              <a:t>de</a:t>
            </a:r>
            <a:r>
              <a:rPr sz="1700" i="1" spc="430" dirty="0">
                <a:latin typeface="Trebuchet MS"/>
                <a:cs typeface="Trebuchet MS"/>
              </a:rPr>
              <a:t> </a:t>
            </a:r>
            <a:r>
              <a:rPr sz="1700" i="1" spc="75" dirty="0">
                <a:latin typeface="Trebuchet MS"/>
                <a:cs typeface="Trebuchet MS"/>
              </a:rPr>
              <a:t>contraseñas</a:t>
            </a:r>
            <a:endParaRPr sz="1700" dirty="0">
              <a:latin typeface="Trebuchet MS"/>
              <a:cs typeface="Trebuchet MS"/>
            </a:endParaRPr>
          </a:p>
          <a:p>
            <a:pPr marL="178435" indent="-94615">
              <a:lnSpc>
                <a:spcPct val="100000"/>
              </a:lnSpc>
              <a:spcBef>
                <a:spcPts val="459"/>
              </a:spcBef>
              <a:buClr>
                <a:srgbClr val="FF3300"/>
              </a:buClr>
              <a:buSzPct val="88235"/>
              <a:buFont typeface="Wingdings"/>
              <a:buChar char=""/>
              <a:tabLst>
                <a:tab pos="179070" algn="l"/>
              </a:tabLst>
            </a:pPr>
            <a:r>
              <a:rPr sz="1700" i="1" spc="30" dirty="0">
                <a:latin typeface="Trebuchet MS"/>
                <a:cs typeface="Trebuchet MS"/>
              </a:rPr>
              <a:t>Bloqueo </a:t>
            </a:r>
            <a:r>
              <a:rPr sz="1700" i="1" spc="20" dirty="0">
                <a:latin typeface="Trebuchet MS"/>
                <a:cs typeface="Trebuchet MS"/>
              </a:rPr>
              <a:t>automático </a:t>
            </a:r>
            <a:r>
              <a:rPr sz="1700" i="1" spc="-25" dirty="0">
                <a:latin typeface="Trebuchet MS"/>
                <a:cs typeface="Trebuchet MS"/>
              </a:rPr>
              <a:t>de</a:t>
            </a:r>
            <a:r>
              <a:rPr sz="1700" i="1" spc="260" dirty="0">
                <a:latin typeface="Trebuchet MS"/>
                <a:cs typeface="Trebuchet MS"/>
              </a:rPr>
              <a:t> </a:t>
            </a:r>
            <a:r>
              <a:rPr sz="1700" i="1" spc="45" dirty="0">
                <a:latin typeface="Trebuchet MS"/>
                <a:cs typeface="Trebuchet MS"/>
              </a:rPr>
              <a:t>cuentas</a:t>
            </a:r>
            <a:endParaRPr sz="1700" dirty="0">
              <a:latin typeface="Trebuchet MS"/>
              <a:cs typeface="Trebuchet MS"/>
            </a:endParaRPr>
          </a:p>
          <a:p>
            <a:pPr marL="178435" indent="-94615">
              <a:lnSpc>
                <a:spcPct val="100000"/>
              </a:lnSpc>
              <a:spcBef>
                <a:spcPts val="455"/>
              </a:spcBef>
              <a:buClr>
                <a:srgbClr val="FF3300"/>
              </a:buClr>
              <a:buSzPct val="88235"/>
              <a:buFont typeface="Wingdings"/>
              <a:buChar char=""/>
              <a:tabLst>
                <a:tab pos="179070" algn="l"/>
              </a:tabLst>
            </a:pPr>
            <a:r>
              <a:rPr sz="1700" i="1" spc="25" dirty="0">
                <a:latin typeface="Trebuchet MS"/>
                <a:cs typeface="Trebuchet MS"/>
              </a:rPr>
              <a:t>Funcionalidad </a:t>
            </a:r>
            <a:r>
              <a:rPr sz="1700" i="1" spc="-25" dirty="0">
                <a:latin typeface="Trebuchet MS"/>
                <a:cs typeface="Trebuchet MS"/>
              </a:rPr>
              <a:t>de</a:t>
            </a:r>
            <a:r>
              <a:rPr sz="1700" i="1" spc="170" dirty="0">
                <a:latin typeface="Trebuchet MS"/>
                <a:cs typeface="Trebuchet MS"/>
              </a:rPr>
              <a:t> </a:t>
            </a:r>
            <a:r>
              <a:rPr sz="1700" i="1" spc="75" dirty="0">
                <a:latin typeface="Trebuchet MS"/>
                <a:cs typeface="Trebuchet MS"/>
              </a:rPr>
              <a:t>captchas</a:t>
            </a:r>
            <a:endParaRPr sz="1700" dirty="0">
              <a:latin typeface="Trebuchet MS"/>
              <a:cs typeface="Trebuchet MS"/>
            </a:endParaRPr>
          </a:p>
        </p:txBody>
      </p:sp>
      <p:sp>
        <p:nvSpPr>
          <p:cNvPr id="7" name="object 8"/>
          <p:cNvSpPr txBox="1"/>
          <p:nvPr/>
        </p:nvSpPr>
        <p:spPr>
          <a:xfrm>
            <a:off x="6651508" y="3124176"/>
            <a:ext cx="3957320" cy="979169"/>
          </a:xfrm>
          <a:prstGeom prst="rect">
            <a:avLst/>
          </a:prstGeom>
        </p:spPr>
        <p:txBody>
          <a:bodyPr vert="horz" wrap="square" lIns="0" tIns="71120" rIns="0" bIns="0" rtlCol="0">
            <a:spAutoFit/>
          </a:bodyPr>
          <a:lstStyle/>
          <a:p>
            <a:pPr marL="106045" indent="-93980">
              <a:lnSpc>
                <a:spcPct val="100000"/>
              </a:lnSpc>
              <a:spcBef>
                <a:spcPts val="560"/>
              </a:spcBef>
              <a:buClr>
                <a:srgbClr val="FF3300"/>
              </a:buClr>
              <a:buSzPct val="88235"/>
              <a:buFont typeface="Wingdings"/>
              <a:buChar char=""/>
              <a:tabLst>
                <a:tab pos="106680" algn="l"/>
              </a:tabLst>
            </a:pPr>
            <a:r>
              <a:rPr sz="1700" i="1" spc="40" dirty="0">
                <a:latin typeface="Trebuchet MS"/>
                <a:cs typeface="Trebuchet MS"/>
              </a:rPr>
              <a:t>Restricciones </a:t>
            </a:r>
            <a:r>
              <a:rPr sz="1700" i="1" spc="-25" dirty="0">
                <a:latin typeface="Trebuchet MS"/>
                <a:cs typeface="Trebuchet MS"/>
              </a:rPr>
              <a:t>de </a:t>
            </a:r>
            <a:r>
              <a:rPr sz="1700" i="1" spc="80" dirty="0">
                <a:latin typeface="Trebuchet MS"/>
                <a:cs typeface="Trebuchet MS"/>
              </a:rPr>
              <a:t>acceso </a:t>
            </a:r>
            <a:r>
              <a:rPr sz="1700" i="1" spc="65" dirty="0">
                <a:latin typeface="Trebuchet MS"/>
                <a:cs typeface="Trebuchet MS"/>
              </a:rPr>
              <a:t>según</a:t>
            </a:r>
            <a:r>
              <a:rPr sz="1700" i="1" spc="295" dirty="0">
                <a:latin typeface="Trebuchet MS"/>
                <a:cs typeface="Trebuchet MS"/>
              </a:rPr>
              <a:t> </a:t>
            </a:r>
            <a:r>
              <a:rPr sz="1700" i="1" spc="30" dirty="0">
                <a:latin typeface="Trebuchet MS"/>
                <a:cs typeface="Trebuchet MS"/>
              </a:rPr>
              <a:t>diseño</a:t>
            </a:r>
            <a:endParaRPr sz="1700" dirty="0">
              <a:latin typeface="Trebuchet MS"/>
              <a:cs typeface="Trebuchet MS"/>
            </a:endParaRPr>
          </a:p>
          <a:p>
            <a:pPr marL="106045" indent="-93980">
              <a:lnSpc>
                <a:spcPct val="100000"/>
              </a:lnSpc>
              <a:spcBef>
                <a:spcPts val="465"/>
              </a:spcBef>
              <a:buClr>
                <a:srgbClr val="FF3300"/>
              </a:buClr>
              <a:buSzPct val="88235"/>
              <a:buFont typeface="Wingdings"/>
              <a:buChar char=""/>
              <a:tabLst>
                <a:tab pos="106680" algn="l"/>
              </a:tabLst>
            </a:pPr>
            <a:r>
              <a:rPr sz="1700" i="1" spc="80" dirty="0">
                <a:latin typeface="Trebuchet MS"/>
                <a:cs typeface="Trebuchet MS"/>
              </a:rPr>
              <a:t>Mecanismos </a:t>
            </a:r>
            <a:r>
              <a:rPr sz="1700" i="1" spc="-25" dirty="0">
                <a:latin typeface="Trebuchet MS"/>
                <a:cs typeface="Trebuchet MS"/>
              </a:rPr>
              <a:t>de </a:t>
            </a:r>
            <a:r>
              <a:rPr sz="1700" i="1" spc="35" dirty="0">
                <a:latin typeface="Trebuchet MS"/>
                <a:cs typeface="Trebuchet MS"/>
              </a:rPr>
              <a:t>registro </a:t>
            </a:r>
            <a:r>
              <a:rPr sz="1700" i="1" spc="125" dirty="0">
                <a:latin typeface="Trebuchet MS"/>
                <a:cs typeface="Trebuchet MS"/>
              </a:rPr>
              <a:t>y</a:t>
            </a:r>
            <a:r>
              <a:rPr sz="1700" i="1" spc="290" dirty="0">
                <a:latin typeface="Trebuchet MS"/>
                <a:cs typeface="Trebuchet MS"/>
              </a:rPr>
              <a:t> </a:t>
            </a:r>
            <a:r>
              <a:rPr sz="1700" i="1" spc="30" dirty="0">
                <a:latin typeface="Trebuchet MS"/>
                <a:cs typeface="Trebuchet MS"/>
              </a:rPr>
              <a:t>logging</a:t>
            </a:r>
            <a:endParaRPr sz="1700" dirty="0">
              <a:latin typeface="Trebuchet MS"/>
              <a:cs typeface="Trebuchet MS"/>
            </a:endParaRPr>
          </a:p>
          <a:p>
            <a:pPr marL="106045" indent="-93980">
              <a:lnSpc>
                <a:spcPct val="100000"/>
              </a:lnSpc>
              <a:spcBef>
                <a:spcPts val="459"/>
              </a:spcBef>
              <a:buClr>
                <a:srgbClr val="FF3300"/>
              </a:buClr>
              <a:buSzPct val="88235"/>
              <a:buFont typeface="Wingdings"/>
              <a:buChar char=""/>
              <a:tabLst>
                <a:tab pos="106680" algn="l"/>
              </a:tabLst>
            </a:pPr>
            <a:r>
              <a:rPr sz="1700" i="1" spc="65" dirty="0">
                <a:latin typeface="Trebuchet MS"/>
                <a:cs typeface="Trebuchet MS"/>
              </a:rPr>
              <a:t>Mensajes </a:t>
            </a:r>
            <a:r>
              <a:rPr sz="1700" i="1" spc="-25" dirty="0">
                <a:latin typeface="Trebuchet MS"/>
                <a:cs typeface="Trebuchet MS"/>
              </a:rPr>
              <a:t>de </a:t>
            </a:r>
            <a:r>
              <a:rPr sz="1700" i="1" spc="20" dirty="0">
                <a:latin typeface="Trebuchet MS"/>
                <a:cs typeface="Trebuchet MS"/>
              </a:rPr>
              <a:t>error</a:t>
            </a:r>
            <a:r>
              <a:rPr sz="1700" i="1" spc="254" dirty="0">
                <a:latin typeface="Trebuchet MS"/>
                <a:cs typeface="Trebuchet MS"/>
              </a:rPr>
              <a:t> </a:t>
            </a:r>
            <a:r>
              <a:rPr sz="1700" i="1" spc="30" dirty="0">
                <a:solidFill>
                  <a:srgbClr val="FFFFFF"/>
                </a:solidFill>
                <a:latin typeface="Trebuchet MS"/>
                <a:cs typeface="Trebuchet MS"/>
              </a:rPr>
              <a:t>especificados</a:t>
            </a:r>
            <a:endParaRPr sz="1700" dirty="0">
              <a:latin typeface="Trebuchet MS"/>
              <a:cs typeface="Trebuchet MS"/>
            </a:endParaRPr>
          </a:p>
        </p:txBody>
      </p:sp>
    </p:spTree>
    <p:extLst>
      <p:ext uri="{BB962C8B-B14F-4D97-AF65-F5344CB8AC3E}">
        <p14:creationId xmlns:p14="http://schemas.microsoft.com/office/powerpoint/2010/main" val="1431962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00" dirty="0"/>
              <a:t>Testing </a:t>
            </a:r>
            <a:r>
              <a:rPr lang="es-ES" spc="30" dirty="0"/>
              <a:t>de</a:t>
            </a:r>
            <a:r>
              <a:rPr lang="es-ES" spc="220" dirty="0"/>
              <a:t> </a:t>
            </a:r>
            <a:r>
              <a:rPr lang="es-ES" spc="130" dirty="0"/>
              <a:t>seguridad</a:t>
            </a:r>
            <a:endParaRPr lang="es-ES" dirty="0"/>
          </a:p>
        </p:txBody>
      </p:sp>
      <p:sp>
        <p:nvSpPr>
          <p:cNvPr id="4" name="object 5"/>
          <p:cNvSpPr txBox="1"/>
          <p:nvPr/>
        </p:nvSpPr>
        <p:spPr>
          <a:xfrm>
            <a:off x="1083011" y="1426769"/>
            <a:ext cx="9861654" cy="2766783"/>
          </a:xfrm>
          <a:prstGeom prst="rect">
            <a:avLst/>
          </a:prstGeom>
        </p:spPr>
        <p:txBody>
          <a:bodyPr vert="horz" wrap="square" lIns="0" tIns="12065" rIns="0" bIns="0" rtlCol="0">
            <a:spAutoFit/>
          </a:bodyPr>
          <a:lstStyle/>
          <a:p>
            <a:pPr marL="1983739">
              <a:lnSpc>
                <a:spcPct val="100000"/>
              </a:lnSpc>
              <a:spcBef>
                <a:spcPts val="95"/>
              </a:spcBef>
            </a:pPr>
            <a:r>
              <a:rPr sz="2000" spc="100" dirty="0">
                <a:solidFill>
                  <a:schemeClr val="accent6">
                    <a:lumMod val="50000"/>
                  </a:schemeClr>
                </a:solidFill>
                <a:latin typeface="Trebuchet MS"/>
                <a:cs typeface="Trebuchet MS"/>
              </a:rPr>
              <a:t>Técnicas </a:t>
            </a:r>
            <a:r>
              <a:rPr sz="2000" spc="30" dirty="0">
                <a:solidFill>
                  <a:schemeClr val="accent6">
                    <a:lumMod val="50000"/>
                  </a:schemeClr>
                </a:solidFill>
                <a:latin typeface="Trebuchet MS"/>
                <a:cs typeface="Trebuchet MS"/>
              </a:rPr>
              <a:t>de </a:t>
            </a:r>
            <a:r>
              <a:rPr sz="2000" spc="95" dirty="0">
                <a:solidFill>
                  <a:schemeClr val="accent6">
                    <a:lumMod val="50000"/>
                  </a:schemeClr>
                </a:solidFill>
                <a:latin typeface="Trebuchet MS"/>
                <a:cs typeface="Trebuchet MS"/>
              </a:rPr>
              <a:t>testing </a:t>
            </a:r>
            <a:r>
              <a:rPr sz="2000" spc="30" dirty="0">
                <a:solidFill>
                  <a:schemeClr val="accent6">
                    <a:lumMod val="50000"/>
                  </a:schemeClr>
                </a:solidFill>
                <a:latin typeface="Trebuchet MS"/>
                <a:cs typeface="Trebuchet MS"/>
              </a:rPr>
              <a:t>de</a:t>
            </a:r>
            <a:r>
              <a:rPr sz="2000" spc="440" dirty="0">
                <a:solidFill>
                  <a:schemeClr val="accent6">
                    <a:lumMod val="50000"/>
                  </a:schemeClr>
                </a:solidFill>
                <a:latin typeface="Trebuchet MS"/>
                <a:cs typeface="Trebuchet MS"/>
              </a:rPr>
              <a:t> </a:t>
            </a:r>
            <a:r>
              <a:rPr sz="2000" spc="125" dirty="0">
                <a:solidFill>
                  <a:schemeClr val="accent6">
                    <a:lumMod val="50000"/>
                  </a:schemeClr>
                </a:solidFill>
                <a:latin typeface="Trebuchet MS"/>
                <a:cs typeface="Trebuchet MS"/>
              </a:rPr>
              <a:t>seguridad</a:t>
            </a:r>
            <a:endParaRPr sz="2000" dirty="0">
              <a:solidFill>
                <a:schemeClr val="accent6">
                  <a:lumMod val="50000"/>
                </a:schemeClr>
              </a:solidFill>
              <a:latin typeface="Trebuchet MS"/>
              <a:cs typeface="Trebuchet MS"/>
            </a:endParaRPr>
          </a:p>
          <a:p>
            <a:pPr>
              <a:lnSpc>
                <a:spcPct val="100000"/>
              </a:lnSpc>
              <a:spcBef>
                <a:spcPts val="20"/>
              </a:spcBef>
            </a:pPr>
            <a:endParaRPr sz="3250" dirty="0">
              <a:solidFill>
                <a:schemeClr val="accent6">
                  <a:lumMod val="50000"/>
                </a:schemeClr>
              </a:solidFill>
              <a:latin typeface="Trebuchet MS"/>
              <a:cs typeface="Trebuchet MS"/>
            </a:endParaRPr>
          </a:p>
          <a:p>
            <a:pPr marL="12700">
              <a:lnSpc>
                <a:spcPct val="100000"/>
              </a:lnSpc>
            </a:pPr>
            <a:r>
              <a:rPr sz="1800" u="heavy" spc="95" dirty="0">
                <a:solidFill>
                  <a:schemeClr val="accent6">
                    <a:lumMod val="50000"/>
                  </a:schemeClr>
                </a:solidFill>
                <a:uFill>
                  <a:solidFill>
                    <a:srgbClr val="FFFF9A"/>
                  </a:solidFill>
                </a:uFill>
                <a:latin typeface="Trebuchet MS"/>
                <a:cs typeface="Trebuchet MS"/>
              </a:rPr>
              <a:t>Testing con un </a:t>
            </a:r>
            <a:r>
              <a:rPr sz="1800" u="heavy" dirty="0">
                <a:solidFill>
                  <a:schemeClr val="accent6">
                    <a:lumMod val="50000"/>
                  </a:schemeClr>
                </a:solidFill>
                <a:uFill>
                  <a:solidFill>
                    <a:srgbClr val="FFFF9A"/>
                  </a:solidFill>
                </a:uFill>
                <a:latin typeface="Trebuchet MS"/>
                <a:cs typeface="Trebuchet MS"/>
              </a:rPr>
              <a:t>cliente </a:t>
            </a:r>
            <a:r>
              <a:rPr sz="1800" u="heavy" spc="-190" dirty="0">
                <a:solidFill>
                  <a:schemeClr val="accent6">
                    <a:lumMod val="50000"/>
                  </a:schemeClr>
                </a:solidFill>
                <a:uFill>
                  <a:solidFill>
                    <a:srgbClr val="FFFF9A"/>
                  </a:solidFill>
                </a:uFill>
                <a:latin typeface="Trebuchet MS"/>
                <a:cs typeface="Trebuchet MS"/>
              </a:rPr>
              <a:t>/ </a:t>
            </a:r>
            <a:r>
              <a:rPr sz="1800" u="heavy" spc="130" dirty="0">
                <a:solidFill>
                  <a:schemeClr val="accent6">
                    <a:lumMod val="50000"/>
                  </a:schemeClr>
                </a:solidFill>
                <a:uFill>
                  <a:solidFill>
                    <a:srgbClr val="FFFF9A"/>
                  </a:solidFill>
                </a:uFill>
                <a:latin typeface="Trebuchet MS"/>
                <a:cs typeface="Trebuchet MS"/>
              </a:rPr>
              <a:t>server</a:t>
            </a:r>
            <a:r>
              <a:rPr sz="1800" u="heavy" spc="480" dirty="0">
                <a:solidFill>
                  <a:schemeClr val="accent6">
                    <a:lumMod val="50000"/>
                  </a:schemeClr>
                </a:solidFill>
                <a:uFill>
                  <a:solidFill>
                    <a:srgbClr val="FFFF9A"/>
                  </a:solidFill>
                </a:uFill>
                <a:latin typeface="Trebuchet MS"/>
                <a:cs typeface="Trebuchet MS"/>
              </a:rPr>
              <a:t> </a:t>
            </a:r>
            <a:r>
              <a:rPr sz="1800" u="heavy" spc="125" dirty="0">
                <a:solidFill>
                  <a:schemeClr val="accent6">
                    <a:lumMod val="50000"/>
                  </a:schemeClr>
                </a:solidFill>
                <a:uFill>
                  <a:solidFill>
                    <a:srgbClr val="FFFF9A"/>
                  </a:solidFill>
                </a:uFill>
                <a:latin typeface="Trebuchet MS"/>
                <a:cs typeface="Trebuchet MS"/>
              </a:rPr>
              <a:t>falso</a:t>
            </a:r>
            <a:endParaRPr sz="1800" dirty="0">
              <a:solidFill>
                <a:schemeClr val="accent6">
                  <a:lumMod val="50000"/>
                </a:schemeClr>
              </a:solidFill>
              <a:latin typeface="Trebuchet MS"/>
              <a:cs typeface="Trebuchet MS"/>
            </a:endParaRPr>
          </a:p>
          <a:p>
            <a:pPr marL="12700">
              <a:lnSpc>
                <a:spcPct val="100000"/>
              </a:lnSpc>
              <a:spcBef>
                <a:spcPts val="655"/>
              </a:spcBef>
            </a:pPr>
            <a:r>
              <a:rPr sz="1800" spc="120" dirty="0">
                <a:solidFill>
                  <a:schemeClr val="accent6">
                    <a:lumMod val="50000"/>
                  </a:schemeClr>
                </a:solidFill>
                <a:latin typeface="Trebuchet MS"/>
                <a:cs typeface="Trebuchet MS"/>
              </a:rPr>
              <a:t>Consiste</a:t>
            </a:r>
            <a:r>
              <a:rPr sz="1800" spc="150" dirty="0">
                <a:solidFill>
                  <a:schemeClr val="accent6">
                    <a:lumMod val="50000"/>
                  </a:schemeClr>
                </a:solidFill>
                <a:latin typeface="Trebuchet MS"/>
                <a:cs typeface="Trebuchet MS"/>
              </a:rPr>
              <a:t> </a:t>
            </a:r>
            <a:r>
              <a:rPr sz="1800" spc="30" dirty="0">
                <a:solidFill>
                  <a:schemeClr val="accent6">
                    <a:lumMod val="50000"/>
                  </a:schemeClr>
                </a:solidFill>
                <a:latin typeface="Trebuchet MS"/>
                <a:cs typeface="Trebuchet MS"/>
              </a:rPr>
              <a:t>en</a:t>
            </a:r>
            <a:r>
              <a:rPr sz="1800" spc="155" dirty="0">
                <a:solidFill>
                  <a:schemeClr val="accent6">
                    <a:lumMod val="50000"/>
                  </a:schemeClr>
                </a:solidFill>
                <a:latin typeface="Trebuchet MS"/>
                <a:cs typeface="Trebuchet MS"/>
              </a:rPr>
              <a:t> </a:t>
            </a:r>
            <a:r>
              <a:rPr sz="1800" spc="114" dirty="0">
                <a:solidFill>
                  <a:schemeClr val="accent6">
                    <a:lumMod val="50000"/>
                  </a:schemeClr>
                </a:solidFill>
                <a:latin typeface="Trebuchet MS"/>
                <a:cs typeface="Trebuchet MS"/>
              </a:rPr>
              <a:t>diseñar</a:t>
            </a:r>
            <a:r>
              <a:rPr sz="1800" spc="155" dirty="0">
                <a:solidFill>
                  <a:schemeClr val="accent6">
                    <a:lumMod val="50000"/>
                  </a:schemeClr>
                </a:solidFill>
                <a:latin typeface="Trebuchet MS"/>
                <a:cs typeface="Trebuchet MS"/>
              </a:rPr>
              <a:t> </a:t>
            </a:r>
            <a:r>
              <a:rPr sz="1800" spc="95" dirty="0">
                <a:solidFill>
                  <a:schemeClr val="accent6">
                    <a:lumMod val="50000"/>
                  </a:schemeClr>
                </a:solidFill>
                <a:latin typeface="Trebuchet MS"/>
                <a:cs typeface="Trebuchet MS"/>
              </a:rPr>
              <a:t>un</a:t>
            </a:r>
            <a:r>
              <a:rPr sz="1800" spc="155" dirty="0">
                <a:solidFill>
                  <a:schemeClr val="accent6">
                    <a:lumMod val="50000"/>
                  </a:schemeClr>
                </a:solidFill>
                <a:latin typeface="Trebuchet MS"/>
                <a:cs typeface="Trebuchet MS"/>
              </a:rPr>
              <a:t> </a:t>
            </a:r>
            <a:r>
              <a:rPr sz="1800" dirty="0">
                <a:solidFill>
                  <a:schemeClr val="accent6">
                    <a:lumMod val="50000"/>
                  </a:schemeClr>
                </a:solidFill>
                <a:latin typeface="Trebuchet MS"/>
                <a:cs typeface="Trebuchet MS"/>
              </a:rPr>
              <a:t>cliente</a:t>
            </a:r>
            <a:r>
              <a:rPr sz="1800" spc="155" dirty="0">
                <a:solidFill>
                  <a:schemeClr val="accent6">
                    <a:lumMod val="50000"/>
                  </a:schemeClr>
                </a:solidFill>
                <a:latin typeface="Trebuchet MS"/>
                <a:cs typeface="Trebuchet MS"/>
              </a:rPr>
              <a:t> </a:t>
            </a:r>
            <a:r>
              <a:rPr sz="1800" spc="130" dirty="0">
                <a:solidFill>
                  <a:schemeClr val="accent6">
                    <a:lumMod val="50000"/>
                  </a:schemeClr>
                </a:solidFill>
                <a:latin typeface="Trebuchet MS"/>
                <a:cs typeface="Trebuchet MS"/>
              </a:rPr>
              <a:t>o</a:t>
            </a:r>
            <a:r>
              <a:rPr sz="1800" spc="160" dirty="0">
                <a:solidFill>
                  <a:schemeClr val="accent6">
                    <a:lumMod val="50000"/>
                  </a:schemeClr>
                </a:solidFill>
                <a:latin typeface="Trebuchet MS"/>
                <a:cs typeface="Trebuchet MS"/>
              </a:rPr>
              <a:t> </a:t>
            </a:r>
            <a:r>
              <a:rPr sz="1800" spc="130" dirty="0">
                <a:solidFill>
                  <a:schemeClr val="accent6">
                    <a:lumMod val="50000"/>
                  </a:schemeClr>
                </a:solidFill>
                <a:latin typeface="Trebuchet MS"/>
                <a:cs typeface="Trebuchet MS"/>
              </a:rPr>
              <a:t>server</a:t>
            </a:r>
            <a:r>
              <a:rPr sz="1800" spc="155" dirty="0">
                <a:solidFill>
                  <a:schemeClr val="accent6">
                    <a:lumMod val="50000"/>
                  </a:schemeClr>
                </a:solidFill>
                <a:latin typeface="Trebuchet MS"/>
                <a:cs typeface="Trebuchet MS"/>
              </a:rPr>
              <a:t> </a:t>
            </a:r>
            <a:r>
              <a:rPr sz="1800" spc="15" dirty="0">
                <a:solidFill>
                  <a:schemeClr val="accent6">
                    <a:lumMod val="50000"/>
                  </a:schemeClr>
                </a:solidFill>
                <a:latin typeface="Trebuchet MS"/>
                <a:cs typeface="Trebuchet MS"/>
              </a:rPr>
              <a:t>“Ad</a:t>
            </a:r>
            <a:r>
              <a:rPr sz="1800" spc="155" dirty="0">
                <a:solidFill>
                  <a:schemeClr val="accent6">
                    <a:lumMod val="50000"/>
                  </a:schemeClr>
                </a:solidFill>
                <a:latin typeface="Trebuchet MS"/>
                <a:cs typeface="Trebuchet MS"/>
              </a:rPr>
              <a:t> </a:t>
            </a:r>
            <a:r>
              <a:rPr sz="1800" spc="5" dirty="0">
                <a:solidFill>
                  <a:schemeClr val="accent6">
                    <a:lumMod val="50000"/>
                  </a:schemeClr>
                </a:solidFill>
                <a:latin typeface="Trebuchet MS"/>
                <a:cs typeface="Trebuchet MS"/>
              </a:rPr>
              <a:t>Hoc”</a:t>
            </a:r>
            <a:r>
              <a:rPr sz="1800" spc="155" dirty="0">
                <a:solidFill>
                  <a:schemeClr val="accent6">
                    <a:lumMod val="50000"/>
                  </a:schemeClr>
                </a:solidFill>
                <a:latin typeface="Trebuchet MS"/>
                <a:cs typeface="Trebuchet MS"/>
              </a:rPr>
              <a:t> </a:t>
            </a:r>
            <a:r>
              <a:rPr sz="1800" spc="50" dirty="0">
                <a:solidFill>
                  <a:schemeClr val="accent6">
                    <a:lumMod val="50000"/>
                  </a:schemeClr>
                </a:solidFill>
                <a:latin typeface="Trebuchet MS"/>
                <a:cs typeface="Trebuchet MS"/>
              </a:rPr>
              <a:t>que</a:t>
            </a:r>
            <a:r>
              <a:rPr sz="1800" spc="155" dirty="0">
                <a:solidFill>
                  <a:schemeClr val="accent6">
                    <a:lumMod val="50000"/>
                  </a:schemeClr>
                </a:solidFill>
                <a:latin typeface="Trebuchet MS"/>
                <a:cs typeface="Trebuchet MS"/>
              </a:rPr>
              <a:t> </a:t>
            </a:r>
            <a:r>
              <a:rPr sz="1800" spc="25" dirty="0">
                <a:solidFill>
                  <a:schemeClr val="accent6">
                    <a:lumMod val="50000"/>
                  </a:schemeClr>
                </a:solidFill>
                <a:latin typeface="Trebuchet MS"/>
                <a:cs typeface="Trebuchet MS"/>
              </a:rPr>
              <a:t>permita:</a:t>
            </a:r>
            <a:endParaRPr sz="1800" dirty="0">
              <a:solidFill>
                <a:schemeClr val="accent6">
                  <a:lumMod val="50000"/>
                </a:schemeClr>
              </a:solidFill>
              <a:latin typeface="Trebuchet MS"/>
              <a:cs typeface="Trebuchet MS"/>
            </a:endParaRPr>
          </a:p>
          <a:p>
            <a:pPr marL="635000" indent="-258445">
              <a:lnSpc>
                <a:spcPct val="100000"/>
              </a:lnSpc>
              <a:spcBef>
                <a:spcPts val="505"/>
              </a:spcBef>
              <a:buClr>
                <a:srgbClr val="FF3300"/>
              </a:buClr>
              <a:buSzPct val="94117"/>
              <a:buFont typeface="Wingdings"/>
              <a:buChar char=""/>
              <a:tabLst>
                <a:tab pos="635000" algn="l"/>
                <a:tab pos="635635" algn="l"/>
              </a:tabLst>
            </a:pPr>
            <a:r>
              <a:rPr sz="1700" i="1" spc="65" dirty="0">
                <a:solidFill>
                  <a:schemeClr val="accent6">
                    <a:lumMod val="50000"/>
                  </a:schemeClr>
                </a:solidFill>
                <a:latin typeface="Trebuchet MS"/>
                <a:cs typeface="Trebuchet MS"/>
              </a:rPr>
              <a:t>Enviar </a:t>
            </a:r>
            <a:r>
              <a:rPr sz="1700" i="1" dirty="0">
                <a:solidFill>
                  <a:schemeClr val="accent6">
                    <a:lumMod val="50000"/>
                  </a:schemeClr>
                </a:solidFill>
                <a:latin typeface="Trebuchet MS"/>
                <a:cs typeface="Trebuchet MS"/>
              </a:rPr>
              <a:t>peticiones </a:t>
            </a:r>
            <a:r>
              <a:rPr sz="1700" i="1" spc="50" dirty="0">
                <a:solidFill>
                  <a:schemeClr val="accent6">
                    <a:lumMod val="50000"/>
                  </a:schemeClr>
                </a:solidFill>
                <a:latin typeface="Trebuchet MS"/>
                <a:cs typeface="Trebuchet MS"/>
              </a:rPr>
              <a:t>/respuestas </a:t>
            </a:r>
            <a:r>
              <a:rPr sz="1700" i="1" spc="35" dirty="0">
                <a:solidFill>
                  <a:schemeClr val="accent6">
                    <a:lumMod val="50000"/>
                  </a:schemeClr>
                </a:solidFill>
                <a:latin typeface="Trebuchet MS"/>
                <a:cs typeface="Trebuchet MS"/>
              </a:rPr>
              <a:t>incorrectas </a:t>
            </a:r>
            <a:r>
              <a:rPr sz="1700" i="1" spc="60" dirty="0">
                <a:solidFill>
                  <a:schemeClr val="accent6">
                    <a:lumMod val="50000"/>
                  </a:schemeClr>
                </a:solidFill>
                <a:latin typeface="Trebuchet MS"/>
                <a:cs typeface="Trebuchet MS"/>
              </a:rPr>
              <a:t>o</a:t>
            </a:r>
            <a:r>
              <a:rPr sz="1700" i="1" spc="345" dirty="0">
                <a:solidFill>
                  <a:schemeClr val="accent6">
                    <a:lumMod val="50000"/>
                  </a:schemeClr>
                </a:solidFill>
                <a:latin typeface="Trebuchet MS"/>
                <a:cs typeface="Trebuchet MS"/>
              </a:rPr>
              <a:t> </a:t>
            </a:r>
            <a:r>
              <a:rPr sz="1700" i="1" spc="5" dirty="0">
                <a:solidFill>
                  <a:schemeClr val="accent6">
                    <a:lumMod val="50000"/>
                  </a:schemeClr>
                </a:solidFill>
                <a:latin typeface="Trebuchet MS"/>
                <a:cs typeface="Trebuchet MS"/>
              </a:rPr>
              <a:t>inválidas.</a:t>
            </a:r>
            <a:endParaRPr sz="1700" dirty="0">
              <a:solidFill>
                <a:schemeClr val="accent6">
                  <a:lumMod val="50000"/>
                </a:schemeClr>
              </a:solidFill>
              <a:latin typeface="Trebuchet MS"/>
              <a:cs typeface="Trebuchet MS"/>
            </a:endParaRPr>
          </a:p>
          <a:p>
            <a:pPr marL="635000" indent="-258445">
              <a:lnSpc>
                <a:spcPct val="100000"/>
              </a:lnSpc>
              <a:spcBef>
                <a:spcPts val="459"/>
              </a:spcBef>
              <a:buClr>
                <a:srgbClr val="FF3300"/>
              </a:buClr>
              <a:buSzPct val="94117"/>
              <a:buFont typeface="Wingdings"/>
              <a:buChar char=""/>
              <a:tabLst>
                <a:tab pos="635000" algn="l"/>
                <a:tab pos="635635" algn="l"/>
              </a:tabLst>
            </a:pPr>
            <a:r>
              <a:rPr sz="1700" i="1" spc="65" dirty="0">
                <a:solidFill>
                  <a:schemeClr val="accent6">
                    <a:lumMod val="50000"/>
                  </a:schemeClr>
                </a:solidFill>
                <a:latin typeface="Trebuchet MS"/>
                <a:cs typeface="Trebuchet MS"/>
              </a:rPr>
              <a:t>Enviar </a:t>
            </a:r>
            <a:r>
              <a:rPr sz="1700" i="1" spc="-20" dirty="0">
                <a:solidFill>
                  <a:schemeClr val="accent6">
                    <a:lumMod val="50000"/>
                  </a:schemeClr>
                </a:solidFill>
                <a:latin typeface="Trebuchet MS"/>
                <a:cs typeface="Trebuchet MS"/>
              </a:rPr>
              <a:t>peticiones/ </a:t>
            </a:r>
            <a:r>
              <a:rPr sz="1700" i="1" spc="75" dirty="0">
                <a:solidFill>
                  <a:schemeClr val="accent6">
                    <a:lumMod val="50000"/>
                  </a:schemeClr>
                </a:solidFill>
                <a:latin typeface="Trebuchet MS"/>
                <a:cs typeface="Trebuchet MS"/>
              </a:rPr>
              <a:t>respuestas </a:t>
            </a:r>
            <a:r>
              <a:rPr sz="1700" i="1" spc="5" dirty="0">
                <a:solidFill>
                  <a:schemeClr val="accent6">
                    <a:lumMod val="50000"/>
                  </a:schemeClr>
                </a:solidFill>
                <a:latin typeface="Trebuchet MS"/>
                <a:cs typeface="Trebuchet MS"/>
              </a:rPr>
              <a:t>fuera </a:t>
            </a:r>
            <a:r>
              <a:rPr sz="1700" i="1" spc="-25" dirty="0">
                <a:solidFill>
                  <a:schemeClr val="accent6">
                    <a:lumMod val="50000"/>
                  </a:schemeClr>
                </a:solidFill>
                <a:latin typeface="Trebuchet MS"/>
                <a:cs typeface="Trebuchet MS"/>
              </a:rPr>
              <a:t>de</a:t>
            </a:r>
            <a:r>
              <a:rPr sz="1700" i="1" spc="380" dirty="0">
                <a:solidFill>
                  <a:schemeClr val="accent6">
                    <a:lumMod val="50000"/>
                  </a:schemeClr>
                </a:solidFill>
                <a:latin typeface="Trebuchet MS"/>
                <a:cs typeface="Trebuchet MS"/>
              </a:rPr>
              <a:t> </a:t>
            </a:r>
            <a:r>
              <a:rPr sz="1700" i="1" spc="-40" dirty="0">
                <a:solidFill>
                  <a:schemeClr val="accent6">
                    <a:lumMod val="50000"/>
                  </a:schemeClr>
                </a:solidFill>
                <a:latin typeface="Trebuchet MS"/>
                <a:cs typeface="Trebuchet MS"/>
              </a:rPr>
              <a:t>orden.</a:t>
            </a:r>
            <a:endParaRPr sz="1700" dirty="0">
              <a:solidFill>
                <a:schemeClr val="accent6">
                  <a:lumMod val="50000"/>
                </a:schemeClr>
              </a:solidFill>
              <a:latin typeface="Trebuchet MS"/>
              <a:cs typeface="Trebuchet MS"/>
            </a:endParaRPr>
          </a:p>
          <a:p>
            <a:pPr marL="635000" indent="-258445">
              <a:lnSpc>
                <a:spcPct val="100000"/>
              </a:lnSpc>
              <a:spcBef>
                <a:spcPts val="459"/>
              </a:spcBef>
              <a:buClr>
                <a:srgbClr val="FF3300"/>
              </a:buClr>
              <a:buSzPct val="94117"/>
              <a:buFont typeface="Wingdings"/>
              <a:buChar char=""/>
              <a:tabLst>
                <a:tab pos="635000" algn="l"/>
                <a:tab pos="635635" algn="l"/>
              </a:tabLst>
            </a:pPr>
            <a:r>
              <a:rPr sz="1700" i="1" spc="45" dirty="0">
                <a:solidFill>
                  <a:schemeClr val="accent6">
                    <a:lumMod val="50000"/>
                  </a:schemeClr>
                </a:solidFill>
                <a:latin typeface="Trebuchet MS"/>
                <a:cs typeface="Trebuchet MS"/>
              </a:rPr>
              <a:t>Insertar </a:t>
            </a:r>
            <a:r>
              <a:rPr sz="1700" i="1" spc="50" dirty="0">
                <a:solidFill>
                  <a:schemeClr val="accent6">
                    <a:lumMod val="50000"/>
                  </a:schemeClr>
                </a:solidFill>
                <a:latin typeface="Trebuchet MS"/>
                <a:cs typeface="Trebuchet MS"/>
              </a:rPr>
              <a:t>delays</a:t>
            </a:r>
            <a:r>
              <a:rPr sz="1700" i="1" spc="155" dirty="0">
                <a:solidFill>
                  <a:schemeClr val="accent6">
                    <a:lumMod val="50000"/>
                  </a:schemeClr>
                </a:solidFill>
                <a:latin typeface="Trebuchet MS"/>
                <a:cs typeface="Trebuchet MS"/>
              </a:rPr>
              <a:t> </a:t>
            </a:r>
            <a:r>
              <a:rPr sz="1700" i="1" spc="10" dirty="0">
                <a:solidFill>
                  <a:schemeClr val="accent6">
                    <a:lumMod val="50000"/>
                  </a:schemeClr>
                </a:solidFill>
                <a:latin typeface="Trebuchet MS"/>
                <a:cs typeface="Trebuchet MS"/>
              </a:rPr>
              <a:t>arbitrarios.</a:t>
            </a:r>
            <a:endParaRPr sz="1700" dirty="0">
              <a:solidFill>
                <a:schemeClr val="accent6">
                  <a:lumMod val="50000"/>
                </a:schemeClr>
              </a:solidFill>
              <a:latin typeface="Trebuchet MS"/>
              <a:cs typeface="Trebuchet MS"/>
            </a:endParaRPr>
          </a:p>
          <a:p>
            <a:pPr marL="635000" indent="-258445">
              <a:lnSpc>
                <a:spcPct val="100000"/>
              </a:lnSpc>
              <a:spcBef>
                <a:spcPts val="459"/>
              </a:spcBef>
              <a:buClr>
                <a:srgbClr val="FF3300"/>
              </a:buClr>
              <a:buSzPct val="94117"/>
              <a:buFont typeface="Wingdings"/>
              <a:buChar char=""/>
              <a:tabLst>
                <a:tab pos="635000" algn="l"/>
                <a:tab pos="635635" algn="l"/>
              </a:tabLst>
            </a:pPr>
            <a:r>
              <a:rPr sz="1700" i="1" spc="40" dirty="0">
                <a:solidFill>
                  <a:schemeClr val="accent6">
                    <a:lumMod val="50000"/>
                  </a:schemeClr>
                </a:solidFill>
                <a:latin typeface="Trebuchet MS"/>
                <a:cs typeface="Trebuchet MS"/>
              </a:rPr>
              <a:t>Comportarse </a:t>
            </a:r>
            <a:r>
              <a:rPr sz="1700" i="1" spc="-25" dirty="0">
                <a:solidFill>
                  <a:schemeClr val="accent6">
                    <a:lumMod val="50000"/>
                  </a:schemeClr>
                </a:solidFill>
                <a:latin typeface="Trebuchet MS"/>
                <a:cs typeface="Trebuchet MS"/>
              </a:rPr>
              <a:t>de </a:t>
            </a:r>
            <a:r>
              <a:rPr sz="1700" i="1" spc="35" dirty="0">
                <a:solidFill>
                  <a:schemeClr val="accent6">
                    <a:lumMod val="50000"/>
                  </a:schemeClr>
                </a:solidFill>
                <a:latin typeface="Trebuchet MS"/>
                <a:cs typeface="Trebuchet MS"/>
              </a:rPr>
              <a:t>manera </a:t>
            </a:r>
            <a:r>
              <a:rPr sz="1700" i="1" spc="-40" dirty="0">
                <a:solidFill>
                  <a:schemeClr val="accent6">
                    <a:lumMod val="50000"/>
                  </a:schemeClr>
                </a:solidFill>
                <a:latin typeface="Trebuchet MS"/>
                <a:cs typeface="Trebuchet MS"/>
              </a:rPr>
              <a:t>diferente </a:t>
            </a:r>
            <a:r>
              <a:rPr sz="1700" i="1" spc="-5" dirty="0">
                <a:solidFill>
                  <a:schemeClr val="accent6">
                    <a:lumMod val="50000"/>
                  </a:schemeClr>
                </a:solidFill>
                <a:latin typeface="Trebuchet MS"/>
                <a:cs typeface="Trebuchet MS"/>
              </a:rPr>
              <a:t>al </a:t>
            </a:r>
            <a:r>
              <a:rPr sz="1700" i="1" spc="-50" dirty="0">
                <a:solidFill>
                  <a:schemeClr val="accent6">
                    <a:lumMod val="50000"/>
                  </a:schemeClr>
                </a:solidFill>
                <a:latin typeface="Trebuchet MS"/>
                <a:cs typeface="Trebuchet MS"/>
              </a:rPr>
              <a:t>cliente </a:t>
            </a:r>
            <a:r>
              <a:rPr sz="1700" i="1" spc="60" dirty="0">
                <a:solidFill>
                  <a:schemeClr val="accent6">
                    <a:lumMod val="50000"/>
                  </a:schemeClr>
                </a:solidFill>
                <a:latin typeface="Trebuchet MS"/>
                <a:cs typeface="Trebuchet MS"/>
              </a:rPr>
              <a:t>o </a:t>
            </a:r>
            <a:r>
              <a:rPr sz="1700" i="1" spc="45" dirty="0">
                <a:solidFill>
                  <a:schemeClr val="accent6">
                    <a:lumMod val="50000"/>
                  </a:schemeClr>
                </a:solidFill>
                <a:latin typeface="Trebuchet MS"/>
                <a:cs typeface="Trebuchet MS"/>
              </a:rPr>
              <a:t>servidor</a:t>
            </a:r>
            <a:r>
              <a:rPr sz="1700" i="1" spc="385" dirty="0">
                <a:solidFill>
                  <a:schemeClr val="accent6">
                    <a:lumMod val="50000"/>
                  </a:schemeClr>
                </a:solidFill>
                <a:latin typeface="Trebuchet MS"/>
                <a:cs typeface="Trebuchet MS"/>
              </a:rPr>
              <a:t> </a:t>
            </a:r>
            <a:r>
              <a:rPr sz="1700" i="1" spc="-70" dirty="0">
                <a:solidFill>
                  <a:schemeClr val="accent6">
                    <a:lumMod val="50000"/>
                  </a:schemeClr>
                </a:solidFill>
                <a:latin typeface="Trebuchet MS"/>
                <a:cs typeface="Trebuchet MS"/>
              </a:rPr>
              <a:t>real.</a:t>
            </a:r>
            <a:endParaRPr sz="1700" dirty="0">
              <a:solidFill>
                <a:schemeClr val="accent6">
                  <a:lumMod val="50000"/>
                </a:schemeClr>
              </a:solidFill>
              <a:latin typeface="Trebuchet MS"/>
              <a:cs typeface="Trebuchet MS"/>
            </a:endParaRPr>
          </a:p>
        </p:txBody>
      </p:sp>
      <p:sp>
        <p:nvSpPr>
          <p:cNvPr id="5" name="object 4"/>
          <p:cNvSpPr txBox="1"/>
          <p:nvPr/>
        </p:nvSpPr>
        <p:spPr>
          <a:xfrm>
            <a:off x="1083011" y="4193552"/>
            <a:ext cx="7774940" cy="1716496"/>
          </a:xfrm>
          <a:prstGeom prst="rect">
            <a:avLst/>
          </a:prstGeom>
        </p:spPr>
        <p:txBody>
          <a:bodyPr vert="horz" wrap="square" lIns="0" tIns="94615" rIns="0" bIns="0" rtlCol="0">
            <a:spAutoFit/>
          </a:bodyPr>
          <a:lstStyle/>
          <a:p>
            <a:pPr marL="12700">
              <a:lnSpc>
                <a:spcPct val="100000"/>
              </a:lnSpc>
              <a:spcBef>
                <a:spcPts val="745"/>
              </a:spcBef>
            </a:pPr>
            <a:r>
              <a:rPr sz="1800" u="heavy" spc="100" dirty="0">
                <a:solidFill>
                  <a:schemeClr val="accent6">
                    <a:lumMod val="50000"/>
                  </a:schemeClr>
                </a:solidFill>
                <a:uFill>
                  <a:solidFill>
                    <a:srgbClr val="FFFF9A"/>
                  </a:solidFill>
                </a:uFill>
                <a:latin typeface="Trebuchet MS"/>
                <a:cs typeface="Trebuchet MS"/>
              </a:rPr>
              <a:t>Test </a:t>
            </a:r>
            <a:r>
              <a:rPr sz="1800" u="heavy" spc="25" dirty="0">
                <a:solidFill>
                  <a:schemeClr val="accent6">
                    <a:lumMod val="50000"/>
                  </a:schemeClr>
                </a:solidFill>
                <a:uFill>
                  <a:solidFill>
                    <a:srgbClr val="FFFF9A"/>
                  </a:solidFill>
                </a:uFill>
                <a:latin typeface="Trebuchet MS"/>
                <a:cs typeface="Trebuchet MS"/>
              </a:rPr>
              <a:t>de</a:t>
            </a:r>
            <a:r>
              <a:rPr sz="1800" u="heavy" spc="210" dirty="0">
                <a:solidFill>
                  <a:schemeClr val="accent6">
                    <a:lumMod val="50000"/>
                  </a:schemeClr>
                </a:solidFill>
                <a:uFill>
                  <a:solidFill>
                    <a:srgbClr val="FFFF9A"/>
                  </a:solidFill>
                </a:uFill>
                <a:latin typeface="Trebuchet MS"/>
                <a:cs typeface="Trebuchet MS"/>
              </a:rPr>
              <a:t> </a:t>
            </a:r>
            <a:r>
              <a:rPr sz="1800" u="heavy" spc="190" dirty="0">
                <a:solidFill>
                  <a:schemeClr val="accent6">
                    <a:lumMod val="50000"/>
                  </a:schemeClr>
                </a:solidFill>
                <a:uFill>
                  <a:solidFill>
                    <a:srgbClr val="FFFF9A"/>
                  </a:solidFill>
                </a:uFill>
                <a:latin typeface="Trebuchet MS"/>
                <a:cs typeface="Trebuchet MS"/>
              </a:rPr>
              <a:t>stress</a:t>
            </a:r>
            <a:endParaRPr sz="1800" dirty="0">
              <a:solidFill>
                <a:schemeClr val="accent6">
                  <a:lumMod val="50000"/>
                </a:schemeClr>
              </a:solidFill>
              <a:latin typeface="Trebuchet MS"/>
              <a:cs typeface="Trebuchet MS"/>
            </a:endParaRPr>
          </a:p>
          <a:p>
            <a:pPr marL="12700">
              <a:lnSpc>
                <a:spcPct val="100000"/>
              </a:lnSpc>
              <a:spcBef>
                <a:spcPts val="650"/>
              </a:spcBef>
            </a:pPr>
            <a:r>
              <a:rPr sz="1800" spc="120" dirty="0">
                <a:solidFill>
                  <a:schemeClr val="accent6">
                    <a:lumMod val="50000"/>
                  </a:schemeClr>
                </a:solidFill>
                <a:latin typeface="Trebuchet MS"/>
                <a:cs typeface="Trebuchet MS"/>
              </a:rPr>
              <a:t>Consiste</a:t>
            </a:r>
            <a:r>
              <a:rPr sz="1800" spc="155" dirty="0">
                <a:solidFill>
                  <a:schemeClr val="accent6">
                    <a:lumMod val="50000"/>
                  </a:schemeClr>
                </a:solidFill>
                <a:latin typeface="Trebuchet MS"/>
                <a:cs typeface="Trebuchet MS"/>
              </a:rPr>
              <a:t> </a:t>
            </a:r>
            <a:r>
              <a:rPr sz="1800" spc="30" dirty="0">
                <a:solidFill>
                  <a:schemeClr val="accent6">
                    <a:lumMod val="50000"/>
                  </a:schemeClr>
                </a:solidFill>
                <a:latin typeface="Trebuchet MS"/>
                <a:cs typeface="Trebuchet MS"/>
              </a:rPr>
              <a:t>en</a:t>
            </a:r>
            <a:r>
              <a:rPr sz="1800" spc="160" dirty="0">
                <a:solidFill>
                  <a:schemeClr val="accent6">
                    <a:lumMod val="50000"/>
                  </a:schemeClr>
                </a:solidFill>
                <a:latin typeface="Trebuchet MS"/>
                <a:cs typeface="Trebuchet MS"/>
              </a:rPr>
              <a:t> </a:t>
            </a:r>
            <a:r>
              <a:rPr sz="1800" spc="65" dirty="0">
                <a:solidFill>
                  <a:schemeClr val="accent6">
                    <a:lumMod val="50000"/>
                  </a:schemeClr>
                </a:solidFill>
                <a:latin typeface="Trebuchet MS"/>
                <a:cs typeface="Trebuchet MS"/>
              </a:rPr>
              <a:t>llevar</a:t>
            </a:r>
            <a:r>
              <a:rPr sz="1800" spc="150" dirty="0">
                <a:solidFill>
                  <a:schemeClr val="accent6">
                    <a:lumMod val="50000"/>
                  </a:schemeClr>
                </a:solidFill>
                <a:latin typeface="Trebuchet MS"/>
                <a:cs typeface="Trebuchet MS"/>
              </a:rPr>
              <a:t> </a:t>
            </a:r>
            <a:r>
              <a:rPr sz="1800" spc="65" dirty="0">
                <a:solidFill>
                  <a:schemeClr val="accent6">
                    <a:lumMod val="50000"/>
                  </a:schemeClr>
                </a:solidFill>
                <a:latin typeface="Trebuchet MS"/>
                <a:cs typeface="Trebuchet MS"/>
              </a:rPr>
              <a:t>la</a:t>
            </a:r>
            <a:r>
              <a:rPr sz="1800" spc="155" dirty="0">
                <a:solidFill>
                  <a:schemeClr val="accent6">
                    <a:lumMod val="50000"/>
                  </a:schemeClr>
                </a:solidFill>
                <a:latin typeface="Trebuchet MS"/>
                <a:cs typeface="Trebuchet MS"/>
              </a:rPr>
              <a:t> carga </a:t>
            </a:r>
            <a:r>
              <a:rPr sz="1800" spc="130" dirty="0">
                <a:solidFill>
                  <a:schemeClr val="accent6">
                    <a:lumMod val="50000"/>
                  </a:schemeClr>
                </a:solidFill>
                <a:latin typeface="Trebuchet MS"/>
                <a:cs typeface="Trebuchet MS"/>
              </a:rPr>
              <a:t>o</a:t>
            </a:r>
            <a:r>
              <a:rPr sz="1800" spc="160" dirty="0">
                <a:solidFill>
                  <a:schemeClr val="accent6">
                    <a:lumMod val="50000"/>
                  </a:schemeClr>
                </a:solidFill>
                <a:latin typeface="Trebuchet MS"/>
                <a:cs typeface="Trebuchet MS"/>
              </a:rPr>
              <a:t> </a:t>
            </a:r>
            <a:r>
              <a:rPr sz="1800" spc="70" dirty="0">
                <a:solidFill>
                  <a:schemeClr val="accent6">
                    <a:lumMod val="50000"/>
                  </a:schemeClr>
                </a:solidFill>
                <a:latin typeface="Trebuchet MS"/>
                <a:cs typeface="Trebuchet MS"/>
              </a:rPr>
              <a:t>funcionalidad</a:t>
            </a:r>
            <a:r>
              <a:rPr sz="1800" spc="150" dirty="0">
                <a:solidFill>
                  <a:schemeClr val="accent6">
                    <a:lumMod val="50000"/>
                  </a:schemeClr>
                </a:solidFill>
                <a:latin typeface="Trebuchet MS"/>
                <a:cs typeface="Trebuchet MS"/>
              </a:rPr>
              <a:t> </a:t>
            </a:r>
            <a:r>
              <a:rPr sz="1800" spc="25" dirty="0">
                <a:solidFill>
                  <a:schemeClr val="accent6">
                    <a:lumMod val="50000"/>
                  </a:schemeClr>
                </a:solidFill>
                <a:latin typeface="Trebuchet MS"/>
                <a:cs typeface="Trebuchet MS"/>
              </a:rPr>
              <a:t>de</a:t>
            </a:r>
            <a:r>
              <a:rPr sz="1800" spc="155" dirty="0">
                <a:solidFill>
                  <a:schemeClr val="accent6">
                    <a:lumMod val="50000"/>
                  </a:schemeClr>
                </a:solidFill>
                <a:latin typeface="Trebuchet MS"/>
                <a:cs typeface="Trebuchet MS"/>
              </a:rPr>
              <a:t> </a:t>
            </a:r>
            <a:r>
              <a:rPr sz="1800" spc="65" dirty="0">
                <a:solidFill>
                  <a:schemeClr val="accent6">
                    <a:lumMod val="50000"/>
                  </a:schemeClr>
                </a:solidFill>
                <a:latin typeface="Trebuchet MS"/>
                <a:cs typeface="Trebuchet MS"/>
              </a:rPr>
              <a:t>la</a:t>
            </a:r>
            <a:r>
              <a:rPr sz="1800" spc="150" dirty="0">
                <a:solidFill>
                  <a:schemeClr val="accent6">
                    <a:lumMod val="50000"/>
                  </a:schemeClr>
                </a:solidFill>
                <a:latin typeface="Trebuchet MS"/>
                <a:cs typeface="Trebuchet MS"/>
              </a:rPr>
              <a:t> </a:t>
            </a:r>
            <a:r>
              <a:rPr sz="1800" spc="70" dirty="0">
                <a:solidFill>
                  <a:schemeClr val="accent6">
                    <a:lumMod val="50000"/>
                  </a:schemeClr>
                </a:solidFill>
                <a:latin typeface="Trebuchet MS"/>
                <a:cs typeface="Trebuchet MS"/>
              </a:rPr>
              <a:t>aplicación</a:t>
            </a:r>
            <a:r>
              <a:rPr sz="1800" spc="155" dirty="0">
                <a:solidFill>
                  <a:schemeClr val="accent6">
                    <a:lumMod val="50000"/>
                  </a:schemeClr>
                </a:solidFill>
                <a:latin typeface="Trebuchet MS"/>
                <a:cs typeface="Trebuchet MS"/>
              </a:rPr>
              <a:t> </a:t>
            </a:r>
            <a:r>
              <a:rPr sz="1800" spc="65" dirty="0">
                <a:solidFill>
                  <a:schemeClr val="accent6">
                    <a:lumMod val="50000"/>
                  </a:schemeClr>
                </a:solidFill>
                <a:latin typeface="Trebuchet MS"/>
                <a:cs typeface="Trebuchet MS"/>
              </a:rPr>
              <a:t>al</a:t>
            </a:r>
            <a:r>
              <a:rPr sz="1800" spc="150" dirty="0">
                <a:solidFill>
                  <a:schemeClr val="accent6">
                    <a:lumMod val="50000"/>
                  </a:schemeClr>
                </a:solidFill>
                <a:latin typeface="Trebuchet MS"/>
                <a:cs typeface="Trebuchet MS"/>
              </a:rPr>
              <a:t> </a:t>
            </a:r>
            <a:r>
              <a:rPr sz="1800" spc="-15" dirty="0">
                <a:solidFill>
                  <a:schemeClr val="accent6">
                    <a:lumMod val="50000"/>
                  </a:schemeClr>
                </a:solidFill>
                <a:latin typeface="Trebuchet MS"/>
                <a:cs typeface="Trebuchet MS"/>
              </a:rPr>
              <a:t>límite</a:t>
            </a:r>
            <a:endParaRPr sz="1800" dirty="0">
              <a:solidFill>
                <a:schemeClr val="accent6">
                  <a:lumMod val="50000"/>
                </a:schemeClr>
              </a:solidFill>
              <a:latin typeface="Trebuchet MS"/>
              <a:cs typeface="Trebuchet MS"/>
            </a:endParaRPr>
          </a:p>
          <a:p>
            <a:pPr marL="635000" indent="-258445">
              <a:lnSpc>
                <a:spcPct val="100000"/>
              </a:lnSpc>
              <a:spcBef>
                <a:spcPts val="509"/>
              </a:spcBef>
              <a:buClr>
                <a:srgbClr val="FF3300"/>
              </a:buClr>
              <a:buSzPct val="94117"/>
              <a:buFont typeface="Wingdings"/>
              <a:buChar char=""/>
              <a:tabLst>
                <a:tab pos="635000" algn="l"/>
                <a:tab pos="635635" algn="l"/>
              </a:tabLst>
            </a:pPr>
            <a:r>
              <a:rPr sz="1700" i="1" spc="15" dirty="0">
                <a:solidFill>
                  <a:schemeClr val="accent6">
                    <a:lumMod val="50000"/>
                  </a:schemeClr>
                </a:solidFill>
                <a:latin typeface="Trebuchet MS"/>
                <a:cs typeface="Trebuchet MS"/>
              </a:rPr>
              <a:t>Generar </a:t>
            </a:r>
            <a:r>
              <a:rPr sz="1700" i="1" spc="50" dirty="0">
                <a:solidFill>
                  <a:schemeClr val="accent6">
                    <a:lumMod val="50000"/>
                  </a:schemeClr>
                </a:solidFill>
                <a:latin typeface="Trebuchet MS"/>
                <a:cs typeface="Trebuchet MS"/>
              </a:rPr>
              <a:t>una </a:t>
            </a:r>
            <a:r>
              <a:rPr sz="1700" i="1" spc="90" dirty="0">
                <a:solidFill>
                  <a:schemeClr val="accent6">
                    <a:lumMod val="50000"/>
                  </a:schemeClr>
                </a:solidFill>
                <a:latin typeface="Trebuchet MS"/>
                <a:cs typeface="Trebuchet MS"/>
              </a:rPr>
              <a:t>carga </a:t>
            </a:r>
            <a:r>
              <a:rPr sz="1700" i="1" spc="15" dirty="0">
                <a:solidFill>
                  <a:schemeClr val="accent6">
                    <a:lumMod val="50000"/>
                  </a:schemeClr>
                </a:solidFill>
                <a:latin typeface="Trebuchet MS"/>
                <a:cs typeface="Trebuchet MS"/>
              </a:rPr>
              <a:t>alta </a:t>
            </a:r>
            <a:r>
              <a:rPr sz="1700" i="1" spc="-25" dirty="0">
                <a:solidFill>
                  <a:schemeClr val="accent6">
                    <a:lumMod val="50000"/>
                  </a:schemeClr>
                </a:solidFill>
                <a:latin typeface="Trebuchet MS"/>
                <a:cs typeface="Trebuchet MS"/>
              </a:rPr>
              <a:t>de </a:t>
            </a:r>
            <a:r>
              <a:rPr sz="1700" i="1" spc="20" dirty="0">
                <a:solidFill>
                  <a:schemeClr val="accent6">
                    <a:lumMod val="50000"/>
                  </a:schemeClr>
                </a:solidFill>
                <a:latin typeface="Trebuchet MS"/>
                <a:cs typeface="Trebuchet MS"/>
              </a:rPr>
              <a:t>peticiones/transacciones </a:t>
            </a:r>
            <a:r>
              <a:rPr sz="1700" i="1" spc="120" dirty="0">
                <a:solidFill>
                  <a:schemeClr val="accent6">
                    <a:lumMod val="50000"/>
                  </a:schemeClr>
                </a:solidFill>
                <a:latin typeface="Trebuchet MS"/>
                <a:cs typeface="Trebuchet MS"/>
              </a:rPr>
              <a:t>a </a:t>
            </a:r>
            <a:r>
              <a:rPr sz="1700" i="1" spc="-5" dirty="0">
                <a:solidFill>
                  <a:schemeClr val="accent6">
                    <a:lumMod val="50000"/>
                  </a:schemeClr>
                </a:solidFill>
                <a:latin typeface="Trebuchet MS"/>
                <a:cs typeface="Trebuchet MS"/>
              </a:rPr>
              <a:t>la</a:t>
            </a:r>
            <a:r>
              <a:rPr sz="1700" i="1" spc="85" dirty="0">
                <a:solidFill>
                  <a:schemeClr val="accent6">
                    <a:lumMod val="50000"/>
                  </a:schemeClr>
                </a:solidFill>
                <a:latin typeface="Trebuchet MS"/>
                <a:cs typeface="Trebuchet MS"/>
              </a:rPr>
              <a:t> </a:t>
            </a:r>
            <a:r>
              <a:rPr sz="1700" i="1" spc="-20" dirty="0">
                <a:solidFill>
                  <a:schemeClr val="accent6">
                    <a:lumMod val="50000"/>
                  </a:schemeClr>
                </a:solidFill>
                <a:latin typeface="Trebuchet MS"/>
                <a:cs typeface="Trebuchet MS"/>
              </a:rPr>
              <a:t>aplicación.</a:t>
            </a:r>
            <a:endParaRPr sz="1700" dirty="0">
              <a:solidFill>
                <a:schemeClr val="accent6">
                  <a:lumMod val="50000"/>
                </a:schemeClr>
              </a:solidFill>
              <a:latin typeface="Trebuchet MS"/>
              <a:cs typeface="Trebuchet MS"/>
            </a:endParaRPr>
          </a:p>
          <a:p>
            <a:pPr marL="635000" indent="-258445">
              <a:lnSpc>
                <a:spcPct val="100000"/>
              </a:lnSpc>
              <a:spcBef>
                <a:spcPts val="459"/>
              </a:spcBef>
              <a:buClr>
                <a:srgbClr val="FF3300"/>
              </a:buClr>
              <a:buSzPct val="94117"/>
              <a:buFont typeface="Wingdings"/>
              <a:buChar char=""/>
              <a:tabLst>
                <a:tab pos="635000" algn="l"/>
                <a:tab pos="635635" algn="l"/>
              </a:tabLst>
            </a:pPr>
            <a:r>
              <a:rPr sz="1700" i="1" spc="30" dirty="0">
                <a:solidFill>
                  <a:schemeClr val="accent6">
                    <a:lumMod val="50000"/>
                  </a:schemeClr>
                </a:solidFill>
                <a:latin typeface="Trebuchet MS"/>
                <a:cs typeface="Trebuchet MS"/>
              </a:rPr>
              <a:t>Mantener </a:t>
            </a:r>
            <a:r>
              <a:rPr sz="1700" i="1" spc="60" dirty="0">
                <a:solidFill>
                  <a:schemeClr val="accent6">
                    <a:lumMod val="50000"/>
                  </a:schemeClr>
                </a:solidFill>
                <a:latin typeface="Trebuchet MS"/>
                <a:cs typeface="Trebuchet MS"/>
              </a:rPr>
              <a:t>esta </a:t>
            </a:r>
            <a:r>
              <a:rPr sz="1700" i="1" spc="95" dirty="0">
                <a:solidFill>
                  <a:schemeClr val="accent6">
                    <a:lumMod val="50000"/>
                  </a:schemeClr>
                </a:solidFill>
                <a:latin typeface="Trebuchet MS"/>
                <a:cs typeface="Trebuchet MS"/>
              </a:rPr>
              <a:t>carga </a:t>
            </a:r>
            <a:r>
              <a:rPr sz="1700" i="1" spc="10" dirty="0">
                <a:solidFill>
                  <a:schemeClr val="accent6">
                    <a:lumMod val="50000"/>
                  </a:schemeClr>
                </a:solidFill>
                <a:latin typeface="Trebuchet MS"/>
                <a:cs typeface="Trebuchet MS"/>
              </a:rPr>
              <a:t>durante tiempos</a:t>
            </a:r>
            <a:r>
              <a:rPr sz="1700" i="1" spc="295" dirty="0">
                <a:solidFill>
                  <a:schemeClr val="accent6">
                    <a:lumMod val="50000"/>
                  </a:schemeClr>
                </a:solidFill>
                <a:latin typeface="Trebuchet MS"/>
                <a:cs typeface="Trebuchet MS"/>
              </a:rPr>
              <a:t> </a:t>
            </a:r>
            <a:r>
              <a:rPr sz="1700" i="1" spc="25" dirty="0">
                <a:solidFill>
                  <a:schemeClr val="accent6">
                    <a:lumMod val="50000"/>
                  </a:schemeClr>
                </a:solidFill>
                <a:latin typeface="Trebuchet MS"/>
                <a:cs typeface="Trebuchet MS"/>
              </a:rPr>
              <a:t>prolongados.</a:t>
            </a:r>
            <a:endParaRPr sz="1700" dirty="0">
              <a:solidFill>
                <a:schemeClr val="accent6">
                  <a:lumMod val="50000"/>
                </a:schemeClr>
              </a:solidFill>
              <a:latin typeface="Trebuchet MS"/>
              <a:cs typeface="Trebuchet MS"/>
            </a:endParaRPr>
          </a:p>
          <a:p>
            <a:pPr marL="635000" indent="-258445">
              <a:lnSpc>
                <a:spcPct val="100000"/>
              </a:lnSpc>
              <a:spcBef>
                <a:spcPts val="455"/>
              </a:spcBef>
              <a:buClr>
                <a:srgbClr val="FF3300"/>
              </a:buClr>
              <a:buSzPct val="94117"/>
              <a:buFont typeface="Wingdings"/>
              <a:buChar char=""/>
              <a:tabLst>
                <a:tab pos="635000" algn="l"/>
                <a:tab pos="635635" algn="l"/>
              </a:tabLst>
            </a:pPr>
            <a:r>
              <a:rPr sz="1700" i="1" spc="45" dirty="0">
                <a:solidFill>
                  <a:schemeClr val="accent6">
                    <a:lumMod val="50000"/>
                  </a:schemeClr>
                </a:solidFill>
                <a:latin typeface="Trebuchet MS"/>
                <a:cs typeface="Trebuchet MS"/>
              </a:rPr>
              <a:t>Simular </a:t>
            </a:r>
            <a:r>
              <a:rPr sz="1700" i="1" spc="5" dirty="0">
                <a:solidFill>
                  <a:schemeClr val="accent6">
                    <a:lumMod val="50000"/>
                  </a:schemeClr>
                </a:solidFill>
                <a:latin typeface="Trebuchet MS"/>
                <a:cs typeface="Trebuchet MS"/>
              </a:rPr>
              <a:t>tráfico </a:t>
            </a:r>
            <a:r>
              <a:rPr sz="1700" i="1" spc="-20" dirty="0">
                <a:solidFill>
                  <a:schemeClr val="accent6">
                    <a:lumMod val="50000"/>
                  </a:schemeClr>
                </a:solidFill>
                <a:latin typeface="Trebuchet MS"/>
                <a:cs typeface="Trebuchet MS"/>
              </a:rPr>
              <a:t>en</a:t>
            </a:r>
            <a:r>
              <a:rPr sz="1700" i="1" spc="254" dirty="0">
                <a:solidFill>
                  <a:schemeClr val="accent6">
                    <a:lumMod val="50000"/>
                  </a:schemeClr>
                </a:solidFill>
                <a:latin typeface="Trebuchet MS"/>
                <a:cs typeface="Trebuchet MS"/>
              </a:rPr>
              <a:t> </a:t>
            </a:r>
            <a:r>
              <a:rPr sz="1700" i="1" spc="50" dirty="0">
                <a:solidFill>
                  <a:schemeClr val="accent6">
                    <a:lumMod val="50000"/>
                  </a:schemeClr>
                </a:solidFill>
                <a:latin typeface="Trebuchet MS"/>
                <a:cs typeface="Trebuchet MS"/>
              </a:rPr>
              <a:t>ráfagas.</a:t>
            </a:r>
            <a:endParaRPr sz="1700" dirty="0">
              <a:solidFill>
                <a:schemeClr val="accent6">
                  <a:lumMod val="50000"/>
                </a:schemeClr>
              </a:solidFill>
              <a:latin typeface="Trebuchet MS"/>
              <a:cs typeface="Trebuchet MS"/>
            </a:endParaRPr>
          </a:p>
        </p:txBody>
      </p:sp>
    </p:spTree>
    <p:extLst>
      <p:ext uri="{BB962C8B-B14F-4D97-AF65-F5344CB8AC3E}">
        <p14:creationId xmlns:p14="http://schemas.microsoft.com/office/powerpoint/2010/main" val="3570444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00" dirty="0"/>
              <a:t>Testing </a:t>
            </a:r>
            <a:r>
              <a:rPr lang="es-ES" spc="30" dirty="0"/>
              <a:t>de</a:t>
            </a:r>
            <a:r>
              <a:rPr lang="es-ES" spc="220" dirty="0"/>
              <a:t> </a:t>
            </a:r>
            <a:r>
              <a:rPr lang="es-ES" spc="130" dirty="0"/>
              <a:t>seguridad</a:t>
            </a:r>
            <a:endParaRPr lang="es-ES" dirty="0"/>
          </a:p>
        </p:txBody>
      </p:sp>
      <p:sp>
        <p:nvSpPr>
          <p:cNvPr id="4" name="object 4"/>
          <p:cNvSpPr txBox="1"/>
          <p:nvPr/>
        </p:nvSpPr>
        <p:spPr>
          <a:xfrm>
            <a:off x="1445758" y="1423402"/>
            <a:ext cx="8043545" cy="1463862"/>
          </a:xfrm>
          <a:prstGeom prst="rect">
            <a:avLst/>
          </a:prstGeom>
        </p:spPr>
        <p:txBody>
          <a:bodyPr vert="horz" wrap="square" lIns="0" tIns="12065" rIns="0" bIns="0" rtlCol="0">
            <a:spAutoFit/>
          </a:bodyPr>
          <a:lstStyle/>
          <a:p>
            <a:pPr marL="102235" algn="ctr">
              <a:lnSpc>
                <a:spcPct val="100000"/>
              </a:lnSpc>
              <a:spcBef>
                <a:spcPts val="95"/>
              </a:spcBef>
            </a:pPr>
            <a:r>
              <a:rPr sz="2000" spc="100" dirty="0">
                <a:solidFill>
                  <a:schemeClr val="accent6">
                    <a:lumMod val="50000"/>
                  </a:schemeClr>
                </a:solidFill>
                <a:latin typeface="Trebuchet MS"/>
                <a:cs typeface="Trebuchet MS"/>
              </a:rPr>
              <a:t>Técnicas </a:t>
            </a:r>
            <a:r>
              <a:rPr sz="2000" spc="30" dirty="0">
                <a:solidFill>
                  <a:schemeClr val="accent6">
                    <a:lumMod val="50000"/>
                  </a:schemeClr>
                </a:solidFill>
                <a:latin typeface="Trebuchet MS"/>
                <a:cs typeface="Trebuchet MS"/>
              </a:rPr>
              <a:t>de </a:t>
            </a:r>
            <a:r>
              <a:rPr sz="2000" spc="95" dirty="0">
                <a:solidFill>
                  <a:schemeClr val="accent6">
                    <a:lumMod val="50000"/>
                  </a:schemeClr>
                </a:solidFill>
                <a:latin typeface="Trebuchet MS"/>
                <a:cs typeface="Trebuchet MS"/>
              </a:rPr>
              <a:t>testing </a:t>
            </a:r>
            <a:r>
              <a:rPr sz="2000" spc="30" dirty="0">
                <a:solidFill>
                  <a:schemeClr val="accent6">
                    <a:lumMod val="50000"/>
                  </a:schemeClr>
                </a:solidFill>
                <a:latin typeface="Trebuchet MS"/>
                <a:cs typeface="Trebuchet MS"/>
              </a:rPr>
              <a:t>de</a:t>
            </a:r>
            <a:r>
              <a:rPr sz="2000" spc="440" dirty="0">
                <a:solidFill>
                  <a:schemeClr val="accent6">
                    <a:lumMod val="50000"/>
                  </a:schemeClr>
                </a:solidFill>
                <a:latin typeface="Trebuchet MS"/>
                <a:cs typeface="Trebuchet MS"/>
              </a:rPr>
              <a:t> </a:t>
            </a:r>
            <a:r>
              <a:rPr sz="2000" spc="125" dirty="0">
                <a:solidFill>
                  <a:schemeClr val="accent6">
                    <a:lumMod val="50000"/>
                  </a:schemeClr>
                </a:solidFill>
                <a:latin typeface="Trebuchet MS"/>
                <a:cs typeface="Trebuchet MS"/>
              </a:rPr>
              <a:t>seguridad</a:t>
            </a:r>
            <a:endParaRPr sz="2000" dirty="0">
              <a:solidFill>
                <a:schemeClr val="accent6">
                  <a:lumMod val="50000"/>
                </a:schemeClr>
              </a:solidFill>
              <a:latin typeface="Trebuchet MS"/>
              <a:cs typeface="Trebuchet MS"/>
            </a:endParaRPr>
          </a:p>
          <a:p>
            <a:pPr>
              <a:lnSpc>
                <a:spcPct val="100000"/>
              </a:lnSpc>
              <a:spcBef>
                <a:spcPts val="20"/>
              </a:spcBef>
            </a:pPr>
            <a:endParaRPr sz="3250" dirty="0">
              <a:solidFill>
                <a:schemeClr val="accent6">
                  <a:lumMod val="50000"/>
                </a:schemeClr>
              </a:solidFill>
              <a:latin typeface="Trebuchet MS"/>
              <a:cs typeface="Trebuchet MS"/>
            </a:endParaRPr>
          </a:p>
          <a:p>
            <a:pPr marL="12700">
              <a:lnSpc>
                <a:spcPct val="100000"/>
              </a:lnSpc>
            </a:pPr>
            <a:r>
              <a:rPr sz="1800" u="heavy" spc="100" dirty="0">
                <a:solidFill>
                  <a:schemeClr val="accent6">
                    <a:lumMod val="50000"/>
                  </a:schemeClr>
                </a:solidFill>
                <a:uFill>
                  <a:solidFill>
                    <a:srgbClr val="FFFF9A"/>
                  </a:solidFill>
                </a:uFill>
                <a:latin typeface="Trebuchet MS"/>
                <a:cs typeface="Trebuchet MS"/>
              </a:rPr>
              <a:t>Test </a:t>
            </a:r>
            <a:r>
              <a:rPr sz="1800" u="heavy" spc="25" dirty="0">
                <a:solidFill>
                  <a:schemeClr val="accent6">
                    <a:lumMod val="50000"/>
                  </a:schemeClr>
                </a:solidFill>
                <a:uFill>
                  <a:solidFill>
                    <a:srgbClr val="FFFF9A"/>
                  </a:solidFill>
                </a:uFill>
                <a:latin typeface="Trebuchet MS"/>
                <a:cs typeface="Trebuchet MS"/>
              </a:rPr>
              <a:t>de </a:t>
            </a:r>
            <a:r>
              <a:rPr sz="1800" u="heavy" spc="80" dirty="0">
                <a:solidFill>
                  <a:schemeClr val="accent6">
                    <a:lumMod val="50000"/>
                  </a:schemeClr>
                </a:solidFill>
                <a:uFill>
                  <a:solidFill>
                    <a:srgbClr val="FFFF9A"/>
                  </a:solidFill>
                </a:uFill>
                <a:latin typeface="Trebuchet MS"/>
                <a:cs typeface="Trebuchet MS"/>
              </a:rPr>
              <a:t>mutación </a:t>
            </a:r>
            <a:r>
              <a:rPr sz="1800" u="heavy" spc="25" dirty="0">
                <a:solidFill>
                  <a:schemeClr val="accent6">
                    <a:lumMod val="50000"/>
                  </a:schemeClr>
                </a:solidFill>
                <a:uFill>
                  <a:solidFill>
                    <a:srgbClr val="FFFF9A"/>
                  </a:solidFill>
                </a:uFill>
                <a:latin typeface="Trebuchet MS"/>
                <a:cs typeface="Trebuchet MS"/>
              </a:rPr>
              <a:t>de</a:t>
            </a:r>
            <a:r>
              <a:rPr sz="1800" u="heavy" spc="409" dirty="0">
                <a:solidFill>
                  <a:schemeClr val="accent6">
                    <a:lumMod val="50000"/>
                  </a:schemeClr>
                </a:solidFill>
                <a:uFill>
                  <a:solidFill>
                    <a:srgbClr val="FFFF9A"/>
                  </a:solidFill>
                </a:uFill>
                <a:latin typeface="Trebuchet MS"/>
                <a:cs typeface="Trebuchet MS"/>
              </a:rPr>
              <a:t> </a:t>
            </a:r>
            <a:r>
              <a:rPr sz="1800" u="heavy" spc="155" dirty="0">
                <a:solidFill>
                  <a:schemeClr val="accent6">
                    <a:lumMod val="50000"/>
                  </a:schemeClr>
                </a:solidFill>
                <a:uFill>
                  <a:solidFill>
                    <a:srgbClr val="FFFF9A"/>
                  </a:solidFill>
                </a:uFill>
                <a:latin typeface="Trebuchet MS"/>
                <a:cs typeface="Trebuchet MS"/>
              </a:rPr>
              <a:t>datos</a:t>
            </a:r>
            <a:endParaRPr sz="1800" dirty="0">
              <a:solidFill>
                <a:schemeClr val="accent6">
                  <a:lumMod val="50000"/>
                </a:schemeClr>
              </a:solidFill>
              <a:latin typeface="Trebuchet MS"/>
              <a:cs typeface="Trebuchet MS"/>
            </a:endParaRPr>
          </a:p>
          <a:p>
            <a:pPr marL="12700">
              <a:lnSpc>
                <a:spcPct val="100000"/>
              </a:lnSpc>
              <a:spcBef>
                <a:spcPts val="655"/>
              </a:spcBef>
            </a:pPr>
            <a:r>
              <a:rPr sz="1800" spc="225" dirty="0">
                <a:solidFill>
                  <a:schemeClr val="accent6">
                    <a:lumMod val="50000"/>
                  </a:schemeClr>
                </a:solidFill>
                <a:latin typeface="Trebuchet MS"/>
                <a:cs typeface="Trebuchet MS"/>
              </a:rPr>
              <a:t>Se </a:t>
            </a:r>
            <a:r>
              <a:rPr sz="1800" spc="85" dirty="0">
                <a:solidFill>
                  <a:schemeClr val="accent6">
                    <a:lumMod val="50000"/>
                  </a:schemeClr>
                </a:solidFill>
                <a:latin typeface="Trebuchet MS"/>
                <a:cs typeface="Trebuchet MS"/>
              </a:rPr>
              <a:t>testea </a:t>
            </a:r>
            <a:r>
              <a:rPr sz="1800" spc="65" dirty="0">
                <a:solidFill>
                  <a:schemeClr val="accent6">
                    <a:lumMod val="50000"/>
                  </a:schemeClr>
                </a:solidFill>
                <a:latin typeface="Trebuchet MS"/>
                <a:cs typeface="Trebuchet MS"/>
              </a:rPr>
              <a:t>la aplicación </a:t>
            </a:r>
            <a:r>
              <a:rPr sz="1800" spc="120" dirty="0">
                <a:solidFill>
                  <a:schemeClr val="accent6">
                    <a:lumMod val="50000"/>
                  </a:schemeClr>
                </a:solidFill>
                <a:latin typeface="Trebuchet MS"/>
                <a:cs typeface="Trebuchet MS"/>
              </a:rPr>
              <a:t>ingresando </a:t>
            </a:r>
            <a:r>
              <a:rPr sz="1800" spc="30" dirty="0">
                <a:solidFill>
                  <a:schemeClr val="accent6">
                    <a:lumMod val="50000"/>
                  </a:schemeClr>
                </a:solidFill>
                <a:latin typeface="Trebuchet MS"/>
                <a:cs typeface="Trebuchet MS"/>
              </a:rPr>
              <a:t>en </a:t>
            </a:r>
            <a:r>
              <a:rPr sz="1800" spc="260" dirty="0">
                <a:solidFill>
                  <a:schemeClr val="accent6">
                    <a:lumMod val="50000"/>
                  </a:schemeClr>
                </a:solidFill>
                <a:latin typeface="Trebuchet MS"/>
                <a:cs typeface="Trebuchet MS"/>
              </a:rPr>
              <a:t>sus </a:t>
            </a:r>
            <a:r>
              <a:rPr sz="1800" spc="80" dirty="0">
                <a:solidFill>
                  <a:schemeClr val="accent6">
                    <a:lumMod val="50000"/>
                  </a:schemeClr>
                </a:solidFill>
                <a:latin typeface="Trebuchet MS"/>
                <a:cs typeface="Trebuchet MS"/>
              </a:rPr>
              <a:t>interfaces </a:t>
            </a:r>
            <a:r>
              <a:rPr sz="1800" spc="155" dirty="0">
                <a:solidFill>
                  <a:schemeClr val="accent6">
                    <a:lumMod val="50000"/>
                  </a:schemeClr>
                </a:solidFill>
                <a:latin typeface="Trebuchet MS"/>
                <a:cs typeface="Trebuchet MS"/>
              </a:rPr>
              <a:t>datos</a:t>
            </a:r>
            <a:r>
              <a:rPr sz="1800" spc="509" dirty="0">
                <a:solidFill>
                  <a:schemeClr val="accent6">
                    <a:lumMod val="50000"/>
                  </a:schemeClr>
                </a:solidFill>
                <a:latin typeface="Trebuchet MS"/>
                <a:cs typeface="Trebuchet MS"/>
              </a:rPr>
              <a:t> </a:t>
            </a:r>
            <a:r>
              <a:rPr sz="1800" spc="45" dirty="0">
                <a:solidFill>
                  <a:schemeClr val="accent6">
                    <a:lumMod val="50000"/>
                  </a:schemeClr>
                </a:solidFill>
                <a:latin typeface="Trebuchet MS"/>
                <a:cs typeface="Trebuchet MS"/>
              </a:rPr>
              <a:t>“mutados”</a:t>
            </a:r>
            <a:endParaRPr sz="1800" dirty="0">
              <a:solidFill>
                <a:schemeClr val="accent6">
                  <a:lumMod val="50000"/>
                </a:schemeClr>
              </a:solidFill>
              <a:latin typeface="Trebuchet MS"/>
              <a:cs typeface="Trebuchet MS"/>
            </a:endParaRPr>
          </a:p>
        </p:txBody>
      </p:sp>
      <p:sp>
        <p:nvSpPr>
          <p:cNvPr id="5" name="object 8"/>
          <p:cNvSpPr txBox="1"/>
          <p:nvPr/>
        </p:nvSpPr>
        <p:spPr>
          <a:xfrm>
            <a:off x="1719973" y="2804161"/>
            <a:ext cx="2100580" cy="1310615"/>
          </a:xfrm>
          <a:prstGeom prst="rect">
            <a:avLst/>
          </a:prstGeom>
        </p:spPr>
        <p:txBody>
          <a:bodyPr vert="horz" wrap="square" lIns="0" tIns="71120" rIns="0" bIns="0" rtlCol="0">
            <a:spAutoFit/>
          </a:bodyPr>
          <a:lstStyle/>
          <a:p>
            <a:pPr marL="288925" indent="-276860">
              <a:lnSpc>
                <a:spcPct val="100000"/>
              </a:lnSpc>
              <a:spcBef>
                <a:spcPts val="560"/>
              </a:spcBef>
              <a:buClr>
                <a:srgbClr val="FF3300"/>
              </a:buClr>
              <a:buSzPct val="94117"/>
              <a:buFont typeface="Wingdings"/>
              <a:buChar char=""/>
              <a:tabLst>
                <a:tab pos="288925" algn="l"/>
                <a:tab pos="289560" algn="l"/>
              </a:tabLst>
            </a:pPr>
            <a:r>
              <a:rPr sz="1700" i="1" spc="-25" dirty="0">
                <a:solidFill>
                  <a:schemeClr val="accent6">
                    <a:lumMod val="50000"/>
                  </a:schemeClr>
                </a:solidFill>
                <a:latin typeface="Trebuchet MS"/>
                <a:cs typeface="Trebuchet MS"/>
              </a:rPr>
              <a:t>Diferente</a:t>
            </a:r>
            <a:r>
              <a:rPr sz="1700" i="1" spc="95" dirty="0">
                <a:solidFill>
                  <a:schemeClr val="accent6">
                    <a:lumMod val="50000"/>
                  </a:schemeClr>
                </a:solidFill>
                <a:latin typeface="Trebuchet MS"/>
                <a:cs typeface="Trebuchet MS"/>
              </a:rPr>
              <a:t> </a:t>
            </a:r>
            <a:r>
              <a:rPr sz="1700" i="1" spc="70" dirty="0">
                <a:solidFill>
                  <a:schemeClr val="accent6">
                    <a:lumMod val="50000"/>
                  </a:schemeClr>
                </a:solidFill>
                <a:latin typeface="Trebuchet MS"/>
                <a:cs typeface="Trebuchet MS"/>
              </a:rPr>
              <a:t>signo</a:t>
            </a:r>
            <a:endParaRPr sz="1700" dirty="0">
              <a:solidFill>
                <a:schemeClr val="accent6">
                  <a:lumMod val="50000"/>
                </a:schemeClr>
              </a:solidFill>
              <a:latin typeface="Trebuchet MS"/>
              <a:cs typeface="Trebuchet MS"/>
            </a:endParaRPr>
          </a:p>
          <a:p>
            <a:pPr marL="288925" indent="-276860">
              <a:lnSpc>
                <a:spcPct val="100000"/>
              </a:lnSpc>
              <a:spcBef>
                <a:spcPts val="465"/>
              </a:spcBef>
              <a:buClr>
                <a:srgbClr val="FF3300"/>
              </a:buClr>
              <a:buSzPct val="94117"/>
              <a:buFont typeface="Wingdings"/>
              <a:buChar char=""/>
              <a:tabLst>
                <a:tab pos="288925" algn="l"/>
                <a:tab pos="289560" algn="l"/>
              </a:tabLst>
            </a:pPr>
            <a:r>
              <a:rPr sz="1700" i="1" spc="-25" dirty="0">
                <a:solidFill>
                  <a:schemeClr val="accent6">
                    <a:lumMod val="50000"/>
                  </a:schemeClr>
                </a:solidFill>
                <a:latin typeface="Trebuchet MS"/>
                <a:cs typeface="Trebuchet MS"/>
              </a:rPr>
              <a:t>Diferente</a:t>
            </a:r>
            <a:r>
              <a:rPr sz="1700" i="1" spc="90" dirty="0">
                <a:solidFill>
                  <a:schemeClr val="accent6">
                    <a:lumMod val="50000"/>
                  </a:schemeClr>
                </a:solidFill>
                <a:latin typeface="Trebuchet MS"/>
                <a:cs typeface="Trebuchet MS"/>
              </a:rPr>
              <a:t> </a:t>
            </a:r>
            <a:r>
              <a:rPr sz="1700" i="1" spc="-20" dirty="0">
                <a:solidFill>
                  <a:schemeClr val="accent6">
                    <a:lumMod val="50000"/>
                  </a:schemeClr>
                </a:solidFill>
                <a:latin typeface="Trebuchet MS"/>
                <a:cs typeface="Trebuchet MS"/>
              </a:rPr>
              <a:t>tipo</a:t>
            </a:r>
            <a:endParaRPr sz="1700" dirty="0">
              <a:solidFill>
                <a:schemeClr val="accent6">
                  <a:lumMod val="50000"/>
                </a:schemeClr>
              </a:solidFill>
              <a:latin typeface="Trebuchet MS"/>
              <a:cs typeface="Trebuchet MS"/>
            </a:endParaRPr>
          </a:p>
          <a:p>
            <a:pPr marL="288925" indent="-276860">
              <a:lnSpc>
                <a:spcPct val="100000"/>
              </a:lnSpc>
              <a:spcBef>
                <a:spcPts val="459"/>
              </a:spcBef>
              <a:buClr>
                <a:srgbClr val="FF3300"/>
              </a:buClr>
              <a:buSzPct val="94117"/>
              <a:buFont typeface="Wingdings"/>
              <a:buChar char=""/>
              <a:tabLst>
                <a:tab pos="288925" algn="l"/>
                <a:tab pos="289560" algn="l"/>
              </a:tabLst>
            </a:pPr>
            <a:r>
              <a:rPr sz="1700" i="1" spc="-25" dirty="0">
                <a:solidFill>
                  <a:schemeClr val="accent6">
                    <a:lumMod val="50000"/>
                  </a:schemeClr>
                </a:solidFill>
                <a:latin typeface="Trebuchet MS"/>
                <a:cs typeface="Trebuchet MS"/>
              </a:rPr>
              <a:t>Diferente</a:t>
            </a:r>
            <a:r>
              <a:rPr sz="1700" i="1" spc="85" dirty="0">
                <a:solidFill>
                  <a:schemeClr val="accent6">
                    <a:lumMod val="50000"/>
                  </a:schemeClr>
                </a:solidFill>
                <a:latin typeface="Trebuchet MS"/>
                <a:cs typeface="Trebuchet MS"/>
              </a:rPr>
              <a:t> </a:t>
            </a:r>
            <a:r>
              <a:rPr sz="1700" i="1" spc="-10" dirty="0">
                <a:solidFill>
                  <a:schemeClr val="accent6">
                    <a:lumMod val="50000"/>
                  </a:schemeClr>
                </a:solidFill>
                <a:latin typeface="Trebuchet MS"/>
                <a:cs typeface="Trebuchet MS"/>
              </a:rPr>
              <a:t>longitud</a:t>
            </a:r>
            <a:endParaRPr sz="1700" dirty="0">
              <a:solidFill>
                <a:schemeClr val="accent6">
                  <a:lumMod val="50000"/>
                </a:schemeClr>
              </a:solidFill>
              <a:latin typeface="Trebuchet MS"/>
              <a:cs typeface="Trebuchet MS"/>
            </a:endParaRPr>
          </a:p>
          <a:p>
            <a:pPr marL="288925" indent="-276860">
              <a:lnSpc>
                <a:spcPct val="100000"/>
              </a:lnSpc>
              <a:spcBef>
                <a:spcPts val="455"/>
              </a:spcBef>
              <a:buClr>
                <a:srgbClr val="FF3300"/>
              </a:buClr>
              <a:buSzPct val="94117"/>
              <a:buFont typeface="Wingdings"/>
              <a:buChar char=""/>
              <a:tabLst>
                <a:tab pos="288925" algn="l"/>
                <a:tab pos="289560" algn="l"/>
              </a:tabLst>
            </a:pPr>
            <a:r>
              <a:rPr sz="1700" i="1" spc="55" dirty="0">
                <a:solidFill>
                  <a:schemeClr val="accent6">
                    <a:lumMod val="50000"/>
                  </a:schemeClr>
                </a:solidFill>
                <a:latin typeface="Trebuchet MS"/>
                <a:cs typeface="Trebuchet MS"/>
              </a:rPr>
              <a:t>Fuera </a:t>
            </a:r>
            <a:r>
              <a:rPr sz="1700" i="1" spc="-25" dirty="0">
                <a:solidFill>
                  <a:schemeClr val="accent6">
                    <a:lumMod val="50000"/>
                  </a:schemeClr>
                </a:solidFill>
                <a:latin typeface="Trebuchet MS"/>
                <a:cs typeface="Trebuchet MS"/>
              </a:rPr>
              <a:t>de</a:t>
            </a:r>
            <a:r>
              <a:rPr sz="1700" i="1" spc="114" dirty="0">
                <a:solidFill>
                  <a:schemeClr val="accent6">
                    <a:lumMod val="50000"/>
                  </a:schemeClr>
                </a:solidFill>
                <a:latin typeface="Trebuchet MS"/>
                <a:cs typeface="Trebuchet MS"/>
              </a:rPr>
              <a:t> </a:t>
            </a:r>
            <a:r>
              <a:rPr sz="1700" i="1" spc="70" dirty="0">
                <a:solidFill>
                  <a:schemeClr val="accent6">
                    <a:lumMod val="50000"/>
                  </a:schemeClr>
                </a:solidFill>
                <a:latin typeface="Trebuchet MS"/>
                <a:cs typeface="Trebuchet MS"/>
              </a:rPr>
              <a:t>rango</a:t>
            </a:r>
            <a:endParaRPr sz="1700" dirty="0">
              <a:solidFill>
                <a:schemeClr val="accent6">
                  <a:lumMod val="50000"/>
                </a:schemeClr>
              </a:solidFill>
              <a:latin typeface="Trebuchet MS"/>
              <a:cs typeface="Trebuchet MS"/>
            </a:endParaRPr>
          </a:p>
        </p:txBody>
      </p:sp>
      <p:sp>
        <p:nvSpPr>
          <p:cNvPr id="6" name="object 9"/>
          <p:cNvSpPr txBox="1"/>
          <p:nvPr/>
        </p:nvSpPr>
        <p:spPr>
          <a:xfrm>
            <a:off x="5824855" y="2804161"/>
            <a:ext cx="2626360" cy="1310615"/>
          </a:xfrm>
          <a:prstGeom prst="rect">
            <a:avLst/>
          </a:prstGeom>
        </p:spPr>
        <p:txBody>
          <a:bodyPr vert="horz" wrap="square" lIns="0" tIns="71120" rIns="0" bIns="0" rtlCol="0">
            <a:spAutoFit/>
          </a:bodyPr>
          <a:lstStyle/>
          <a:p>
            <a:pPr marL="288925" indent="-276860">
              <a:lnSpc>
                <a:spcPct val="100000"/>
              </a:lnSpc>
              <a:spcBef>
                <a:spcPts val="560"/>
              </a:spcBef>
              <a:buClr>
                <a:srgbClr val="FF3300"/>
              </a:buClr>
              <a:buSzPct val="94117"/>
              <a:buFont typeface="Wingdings"/>
              <a:buChar char=""/>
              <a:tabLst>
                <a:tab pos="288925" algn="l"/>
                <a:tab pos="289560" algn="l"/>
              </a:tabLst>
            </a:pPr>
            <a:r>
              <a:rPr sz="1700" i="1" spc="45" dirty="0">
                <a:solidFill>
                  <a:schemeClr val="accent6">
                    <a:lumMod val="50000"/>
                  </a:schemeClr>
                </a:solidFill>
                <a:latin typeface="Trebuchet MS"/>
                <a:cs typeface="Trebuchet MS"/>
              </a:rPr>
              <a:t>Caracteres</a:t>
            </a:r>
            <a:r>
              <a:rPr sz="1700" i="1" spc="65" dirty="0">
                <a:solidFill>
                  <a:schemeClr val="accent6">
                    <a:lumMod val="50000"/>
                  </a:schemeClr>
                </a:solidFill>
                <a:latin typeface="Trebuchet MS"/>
                <a:cs typeface="Trebuchet MS"/>
              </a:rPr>
              <a:t> </a:t>
            </a:r>
            <a:r>
              <a:rPr sz="1700" i="1" spc="25" dirty="0">
                <a:solidFill>
                  <a:schemeClr val="accent6">
                    <a:lumMod val="50000"/>
                  </a:schemeClr>
                </a:solidFill>
                <a:latin typeface="Trebuchet MS"/>
                <a:cs typeface="Trebuchet MS"/>
              </a:rPr>
              <a:t>especiales</a:t>
            </a:r>
            <a:endParaRPr sz="1700" dirty="0">
              <a:solidFill>
                <a:schemeClr val="accent6">
                  <a:lumMod val="50000"/>
                </a:schemeClr>
              </a:solidFill>
              <a:latin typeface="Trebuchet MS"/>
              <a:cs typeface="Trebuchet MS"/>
            </a:endParaRPr>
          </a:p>
          <a:p>
            <a:pPr marL="288925" indent="-276860">
              <a:lnSpc>
                <a:spcPct val="100000"/>
              </a:lnSpc>
              <a:spcBef>
                <a:spcPts val="465"/>
              </a:spcBef>
              <a:buClr>
                <a:srgbClr val="FF3300"/>
              </a:buClr>
              <a:buSzPct val="94117"/>
              <a:buFont typeface="Wingdings"/>
              <a:buChar char=""/>
              <a:tabLst>
                <a:tab pos="288925" algn="l"/>
                <a:tab pos="289560" algn="l"/>
              </a:tabLst>
            </a:pPr>
            <a:r>
              <a:rPr sz="1700" i="1" spc="30" dirty="0">
                <a:solidFill>
                  <a:schemeClr val="accent6">
                    <a:lumMod val="50000"/>
                  </a:schemeClr>
                </a:solidFill>
                <a:latin typeface="Trebuchet MS"/>
                <a:cs typeface="Trebuchet MS"/>
              </a:rPr>
              <a:t>Código </a:t>
            </a:r>
            <a:r>
              <a:rPr sz="1700" i="1" spc="-160" dirty="0">
                <a:solidFill>
                  <a:schemeClr val="accent6">
                    <a:lumMod val="50000"/>
                  </a:schemeClr>
                </a:solidFill>
                <a:latin typeface="Trebuchet MS"/>
                <a:cs typeface="Trebuchet MS"/>
              </a:rPr>
              <a:t>(ej:</a:t>
            </a:r>
            <a:r>
              <a:rPr sz="1700" i="1" spc="135" dirty="0">
                <a:solidFill>
                  <a:schemeClr val="accent6">
                    <a:lumMod val="50000"/>
                  </a:schemeClr>
                </a:solidFill>
                <a:latin typeface="Trebuchet MS"/>
                <a:cs typeface="Trebuchet MS"/>
              </a:rPr>
              <a:t> </a:t>
            </a:r>
            <a:r>
              <a:rPr sz="1700" i="1" spc="45" dirty="0">
                <a:solidFill>
                  <a:schemeClr val="accent6">
                    <a:lumMod val="50000"/>
                  </a:schemeClr>
                </a:solidFill>
                <a:latin typeface="Trebuchet MS"/>
                <a:cs typeface="Trebuchet MS"/>
              </a:rPr>
              <a:t>javascripts)</a:t>
            </a:r>
            <a:endParaRPr sz="1700" dirty="0">
              <a:solidFill>
                <a:schemeClr val="accent6">
                  <a:lumMod val="50000"/>
                </a:schemeClr>
              </a:solidFill>
              <a:latin typeface="Trebuchet MS"/>
              <a:cs typeface="Trebuchet MS"/>
            </a:endParaRPr>
          </a:p>
          <a:p>
            <a:pPr marL="288925" indent="-276860">
              <a:lnSpc>
                <a:spcPct val="100000"/>
              </a:lnSpc>
              <a:spcBef>
                <a:spcPts val="459"/>
              </a:spcBef>
              <a:buClr>
                <a:srgbClr val="FF3300"/>
              </a:buClr>
              <a:buSzPct val="94117"/>
              <a:buFont typeface="Wingdings"/>
              <a:buChar char=""/>
              <a:tabLst>
                <a:tab pos="288925" algn="l"/>
                <a:tab pos="289560" algn="l"/>
              </a:tabLst>
            </a:pPr>
            <a:r>
              <a:rPr sz="1700" i="1" spc="55" dirty="0">
                <a:solidFill>
                  <a:schemeClr val="accent6">
                    <a:lumMod val="50000"/>
                  </a:schemeClr>
                </a:solidFill>
                <a:latin typeface="Trebuchet MS"/>
                <a:cs typeface="Trebuchet MS"/>
              </a:rPr>
              <a:t>Valores</a:t>
            </a:r>
            <a:r>
              <a:rPr sz="1700" i="1" spc="100" dirty="0">
                <a:solidFill>
                  <a:schemeClr val="accent6">
                    <a:lumMod val="50000"/>
                  </a:schemeClr>
                </a:solidFill>
                <a:latin typeface="Trebuchet MS"/>
                <a:cs typeface="Trebuchet MS"/>
              </a:rPr>
              <a:t> </a:t>
            </a:r>
            <a:r>
              <a:rPr sz="1700" i="1" spc="45" dirty="0">
                <a:solidFill>
                  <a:schemeClr val="accent6">
                    <a:lumMod val="50000"/>
                  </a:schemeClr>
                </a:solidFill>
                <a:latin typeface="Trebuchet MS"/>
                <a:cs typeface="Trebuchet MS"/>
              </a:rPr>
              <a:t>nulos</a:t>
            </a:r>
            <a:endParaRPr sz="1700" dirty="0">
              <a:solidFill>
                <a:schemeClr val="accent6">
                  <a:lumMod val="50000"/>
                </a:schemeClr>
              </a:solidFill>
              <a:latin typeface="Trebuchet MS"/>
              <a:cs typeface="Trebuchet MS"/>
            </a:endParaRPr>
          </a:p>
          <a:p>
            <a:pPr marL="288925" indent="-276860">
              <a:lnSpc>
                <a:spcPct val="100000"/>
              </a:lnSpc>
              <a:spcBef>
                <a:spcPts val="455"/>
              </a:spcBef>
              <a:buClr>
                <a:srgbClr val="FF3300"/>
              </a:buClr>
              <a:buSzPct val="94117"/>
              <a:buFont typeface="Wingdings"/>
              <a:buChar char=""/>
              <a:tabLst>
                <a:tab pos="288925" algn="l"/>
                <a:tab pos="289560" algn="l"/>
              </a:tabLst>
            </a:pPr>
            <a:r>
              <a:rPr sz="1700" i="1" spc="55" dirty="0">
                <a:solidFill>
                  <a:schemeClr val="accent6">
                    <a:lumMod val="50000"/>
                  </a:schemeClr>
                </a:solidFill>
                <a:latin typeface="Trebuchet MS"/>
                <a:cs typeface="Trebuchet MS"/>
              </a:rPr>
              <a:t>Valores</a:t>
            </a:r>
            <a:r>
              <a:rPr sz="1700" i="1" spc="90" dirty="0">
                <a:solidFill>
                  <a:schemeClr val="accent6">
                    <a:lumMod val="50000"/>
                  </a:schemeClr>
                </a:solidFill>
                <a:latin typeface="Trebuchet MS"/>
                <a:cs typeface="Trebuchet MS"/>
              </a:rPr>
              <a:t> </a:t>
            </a:r>
            <a:r>
              <a:rPr sz="1700" i="1" spc="25" dirty="0">
                <a:solidFill>
                  <a:schemeClr val="accent6">
                    <a:lumMod val="50000"/>
                  </a:schemeClr>
                </a:solidFill>
                <a:latin typeface="Trebuchet MS"/>
                <a:cs typeface="Trebuchet MS"/>
              </a:rPr>
              <a:t>aleatorios</a:t>
            </a:r>
            <a:endParaRPr sz="1700" dirty="0">
              <a:solidFill>
                <a:schemeClr val="accent6">
                  <a:lumMod val="50000"/>
                </a:schemeClr>
              </a:solidFill>
              <a:latin typeface="Trebuchet MS"/>
              <a:cs typeface="Trebuchet MS"/>
            </a:endParaRPr>
          </a:p>
        </p:txBody>
      </p:sp>
      <p:sp>
        <p:nvSpPr>
          <p:cNvPr id="7" name="object 7"/>
          <p:cNvSpPr txBox="1"/>
          <p:nvPr/>
        </p:nvSpPr>
        <p:spPr>
          <a:xfrm>
            <a:off x="1459865" y="4268023"/>
            <a:ext cx="6991350" cy="1737995"/>
          </a:xfrm>
          <a:prstGeom prst="rect">
            <a:avLst/>
          </a:prstGeom>
        </p:spPr>
        <p:txBody>
          <a:bodyPr vert="horz" wrap="square" lIns="0" tIns="95250" rIns="0" bIns="0" rtlCol="0">
            <a:spAutoFit/>
          </a:bodyPr>
          <a:lstStyle/>
          <a:p>
            <a:pPr marL="12700">
              <a:lnSpc>
                <a:spcPct val="100000"/>
              </a:lnSpc>
              <a:spcBef>
                <a:spcPts val="750"/>
              </a:spcBef>
            </a:pPr>
            <a:r>
              <a:rPr sz="1800" u="heavy" spc="120" dirty="0">
                <a:solidFill>
                  <a:schemeClr val="accent6">
                    <a:lumMod val="50000"/>
                  </a:schemeClr>
                </a:solidFill>
                <a:uFill>
                  <a:solidFill>
                    <a:srgbClr val="FFFF9A"/>
                  </a:solidFill>
                </a:uFill>
                <a:latin typeface="Trebuchet MS"/>
                <a:cs typeface="Trebuchet MS"/>
              </a:rPr>
              <a:t>Revisión </a:t>
            </a:r>
            <a:r>
              <a:rPr sz="1800" u="heavy" spc="25" dirty="0">
                <a:solidFill>
                  <a:schemeClr val="accent6">
                    <a:lumMod val="50000"/>
                  </a:schemeClr>
                </a:solidFill>
                <a:uFill>
                  <a:solidFill>
                    <a:srgbClr val="FFFF9A"/>
                  </a:solidFill>
                </a:uFill>
                <a:latin typeface="Trebuchet MS"/>
                <a:cs typeface="Trebuchet MS"/>
              </a:rPr>
              <a:t>de</a:t>
            </a:r>
            <a:r>
              <a:rPr sz="1800" u="heavy" spc="185" dirty="0">
                <a:solidFill>
                  <a:schemeClr val="accent6">
                    <a:lumMod val="50000"/>
                  </a:schemeClr>
                </a:solidFill>
                <a:uFill>
                  <a:solidFill>
                    <a:srgbClr val="FFFF9A"/>
                  </a:solidFill>
                </a:uFill>
                <a:latin typeface="Trebuchet MS"/>
                <a:cs typeface="Trebuchet MS"/>
              </a:rPr>
              <a:t> </a:t>
            </a:r>
            <a:r>
              <a:rPr sz="1800" u="heavy" spc="95" dirty="0">
                <a:solidFill>
                  <a:schemeClr val="accent6">
                    <a:lumMod val="50000"/>
                  </a:schemeClr>
                </a:solidFill>
                <a:uFill>
                  <a:solidFill>
                    <a:srgbClr val="FFFF9A"/>
                  </a:solidFill>
                </a:uFill>
                <a:latin typeface="Trebuchet MS"/>
                <a:cs typeface="Trebuchet MS"/>
              </a:rPr>
              <a:t>código</a:t>
            </a:r>
            <a:endParaRPr sz="1800" dirty="0">
              <a:solidFill>
                <a:schemeClr val="accent6">
                  <a:lumMod val="50000"/>
                </a:schemeClr>
              </a:solidFill>
              <a:latin typeface="Trebuchet MS"/>
              <a:cs typeface="Trebuchet MS"/>
            </a:endParaRPr>
          </a:p>
          <a:p>
            <a:pPr marL="12700" marR="5080">
              <a:lnSpc>
                <a:spcPct val="130000"/>
              </a:lnSpc>
              <a:spcBef>
                <a:spcPts val="10"/>
              </a:spcBef>
            </a:pPr>
            <a:r>
              <a:rPr sz="1800" spc="70" dirty="0">
                <a:solidFill>
                  <a:schemeClr val="accent6">
                    <a:lumMod val="50000"/>
                  </a:schemeClr>
                </a:solidFill>
                <a:latin typeface="Trebuchet MS"/>
                <a:cs typeface="Trebuchet MS"/>
              </a:rPr>
              <a:t>Permite </a:t>
            </a:r>
            <a:r>
              <a:rPr sz="1800" spc="95" dirty="0">
                <a:solidFill>
                  <a:schemeClr val="accent6">
                    <a:lumMod val="50000"/>
                  </a:schemeClr>
                </a:solidFill>
                <a:latin typeface="Trebuchet MS"/>
                <a:cs typeface="Trebuchet MS"/>
              </a:rPr>
              <a:t>encontrar </a:t>
            </a:r>
            <a:r>
              <a:rPr sz="1800" spc="80" dirty="0">
                <a:solidFill>
                  <a:schemeClr val="accent6">
                    <a:lumMod val="50000"/>
                  </a:schemeClr>
                </a:solidFill>
                <a:latin typeface="Trebuchet MS"/>
                <a:cs typeface="Trebuchet MS"/>
              </a:rPr>
              <a:t>vulnerabilidades </a:t>
            </a:r>
            <a:r>
              <a:rPr sz="1800" spc="50" dirty="0">
                <a:solidFill>
                  <a:schemeClr val="accent6">
                    <a:lumMod val="50000"/>
                  </a:schemeClr>
                </a:solidFill>
                <a:latin typeface="Trebuchet MS"/>
                <a:cs typeface="Trebuchet MS"/>
              </a:rPr>
              <a:t>que </a:t>
            </a:r>
            <a:r>
              <a:rPr sz="1800" spc="185" dirty="0">
                <a:solidFill>
                  <a:schemeClr val="accent6">
                    <a:lumMod val="50000"/>
                  </a:schemeClr>
                </a:solidFill>
                <a:latin typeface="Trebuchet MS"/>
                <a:cs typeface="Trebuchet MS"/>
              </a:rPr>
              <a:t>son </a:t>
            </a:r>
            <a:r>
              <a:rPr sz="1800" spc="125" dirty="0">
                <a:solidFill>
                  <a:schemeClr val="accent6">
                    <a:lumMod val="50000"/>
                  </a:schemeClr>
                </a:solidFill>
                <a:latin typeface="Trebuchet MS"/>
                <a:cs typeface="Trebuchet MS"/>
              </a:rPr>
              <a:t>muy </a:t>
            </a:r>
            <a:r>
              <a:rPr sz="1800" spc="35" dirty="0">
                <a:solidFill>
                  <a:schemeClr val="accent6">
                    <a:lumMod val="50000"/>
                  </a:schemeClr>
                </a:solidFill>
                <a:latin typeface="Trebuchet MS"/>
                <a:cs typeface="Trebuchet MS"/>
              </a:rPr>
              <a:t>difíciles </a:t>
            </a:r>
            <a:r>
              <a:rPr sz="1800" spc="25" dirty="0">
                <a:solidFill>
                  <a:schemeClr val="accent6">
                    <a:lumMod val="50000"/>
                  </a:schemeClr>
                </a:solidFill>
                <a:latin typeface="Trebuchet MS"/>
                <a:cs typeface="Trebuchet MS"/>
              </a:rPr>
              <a:t>de  </a:t>
            </a:r>
            <a:r>
              <a:rPr sz="1800" spc="90" dirty="0">
                <a:solidFill>
                  <a:schemeClr val="accent6">
                    <a:lumMod val="50000"/>
                  </a:schemeClr>
                </a:solidFill>
                <a:latin typeface="Trebuchet MS"/>
                <a:cs typeface="Trebuchet MS"/>
              </a:rPr>
              <a:t>con </a:t>
            </a:r>
            <a:r>
              <a:rPr sz="1800" spc="155" dirty="0">
                <a:solidFill>
                  <a:schemeClr val="accent6">
                    <a:lumMod val="50000"/>
                  </a:schemeClr>
                </a:solidFill>
                <a:latin typeface="Trebuchet MS"/>
                <a:cs typeface="Trebuchet MS"/>
              </a:rPr>
              <a:t>otros </a:t>
            </a:r>
            <a:r>
              <a:rPr sz="1800" spc="110" dirty="0">
                <a:solidFill>
                  <a:schemeClr val="accent6">
                    <a:lumMod val="50000"/>
                  </a:schemeClr>
                </a:solidFill>
                <a:latin typeface="Trebuchet MS"/>
                <a:cs typeface="Trebuchet MS"/>
              </a:rPr>
              <a:t>métodos </a:t>
            </a:r>
            <a:r>
              <a:rPr sz="1800" spc="25" dirty="0">
                <a:solidFill>
                  <a:schemeClr val="accent6">
                    <a:lumMod val="50000"/>
                  </a:schemeClr>
                </a:solidFill>
                <a:latin typeface="Trebuchet MS"/>
                <a:cs typeface="Trebuchet MS"/>
              </a:rPr>
              <a:t>de </a:t>
            </a:r>
            <a:r>
              <a:rPr sz="1800" spc="85" dirty="0">
                <a:solidFill>
                  <a:schemeClr val="accent6">
                    <a:lumMod val="50000"/>
                  </a:schemeClr>
                </a:solidFill>
                <a:latin typeface="Trebuchet MS"/>
                <a:cs typeface="Trebuchet MS"/>
              </a:rPr>
              <a:t>testing </a:t>
            </a:r>
            <a:r>
              <a:rPr sz="1800" spc="20" dirty="0">
                <a:solidFill>
                  <a:schemeClr val="accent6">
                    <a:lumMod val="50000"/>
                  </a:schemeClr>
                </a:solidFill>
                <a:latin typeface="Trebuchet MS"/>
                <a:cs typeface="Trebuchet MS"/>
              </a:rPr>
              <a:t>de </a:t>
            </a:r>
            <a:r>
              <a:rPr sz="1800" spc="120" dirty="0">
                <a:solidFill>
                  <a:schemeClr val="accent6">
                    <a:lumMod val="50000"/>
                  </a:schemeClr>
                </a:solidFill>
                <a:latin typeface="Trebuchet MS"/>
                <a:cs typeface="Trebuchet MS"/>
              </a:rPr>
              <a:t>seguridad </a:t>
            </a:r>
            <a:r>
              <a:rPr sz="1800" spc="-135" dirty="0">
                <a:solidFill>
                  <a:schemeClr val="accent6">
                    <a:lumMod val="50000"/>
                  </a:schemeClr>
                </a:solidFill>
                <a:latin typeface="Trebuchet MS"/>
                <a:cs typeface="Trebuchet MS"/>
              </a:rPr>
              <a:t>(ej:</a:t>
            </a:r>
            <a:r>
              <a:rPr sz="1800" spc="240" dirty="0">
                <a:solidFill>
                  <a:schemeClr val="accent6">
                    <a:lumMod val="50000"/>
                  </a:schemeClr>
                </a:solidFill>
                <a:latin typeface="Trebuchet MS"/>
                <a:cs typeface="Trebuchet MS"/>
              </a:rPr>
              <a:t> </a:t>
            </a:r>
            <a:r>
              <a:rPr sz="1800" spc="175" dirty="0">
                <a:solidFill>
                  <a:schemeClr val="accent6">
                    <a:lumMod val="50000"/>
                  </a:schemeClr>
                </a:solidFill>
                <a:latin typeface="Trebuchet MS"/>
                <a:cs typeface="Trebuchet MS"/>
              </a:rPr>
              <a:t>BackDoors)</a:t>
            </a:r>
            <a:endParaRPr sz="1800" dirty="0">
              <a:solidFill>
                <a:schemeClr val="accent6">
                  <a:lumMod val="50000"/>
                </a:schemeClr>
              </a:solidFill>
              <a:latin typeface="Trebuchet MS"/>
              <a:cs typeface="Trebuchet MS"/>
            </a:endParaRPr>
          </a:p>
          <a:p>
            <a:pPr marL="661670" indent="-397510">
              <a:lnSpc>
                <a:spcPct val="100000"/>
              </a:lnSpc>
              <a:spcBef>
                <a:spcPts val="505"/>
              </a:spcBef>
              <a:buClr>
                <a:srgbClr val="FF3300"/>
              </a:buClr>
              <a:buSzPct val="94117"/>
              <a:buFont typeface="Wingdings"/>
              <a:buChar char=""/>
              <a:tabLst>
                <a:tab pos="661670" algn="l"/>
                <a:tab pos="662305" algn="l"/>
              </a:tabLst>
            </a:pPr>
            <a:r>
              <a:rPr sz="1700" i="1" spc="25" dirty="0">
                <a:solidFill>
                  <a:schemeClr val="accent6">
                    <a:lumMod val="50000"/>
                  </a:schemeClr>
                </a:solidFill>
                <a:latin typeface="Trebuchet MS"/>
                <a:cs typeface="Trebuchet MS"/>
              </a:rPr>
              <a:t>Enfoque </a:t>
            </a:r>
            <a:r>
              <a:rPr sz="1700" i="1" spc="-20" dirty="0">
                <a:solidFill>
                  <a:schemeClr val="accent6">
                    <a:lumMod val="50000"/>
                  </a:schemeClr>
                </a:solidFill>
                <a:latin typeface="Trebuchet MS"/>
                <a:cs typeface="Trebuchet MS"/>
              </a:rPr>
              <a:t>tradicional: </a:t>
            </a:r>
            <a:r>
              <a:rPr sz="1700" i="1" spc="30" dirty="0">
                <a:solidFill>
                  <a:schemeClr val="accent6">
                    <a:lumMod val="50000"/>
                  </a:schemeClr>
                </a:solidFill>
                <a:latin typeface="Trebuchet MS"/>
                <a:cs typeface="Trebuchet MS"/>
              </a:rPr>
              <a:t>Grupo </a:t>
            </a:r>
            <a:r>
              <a:rPr sz="1700" i="1" spc="-25" dirty="0">
                <a:solidFill>
                  <a:schemeClr val="accent6">
                    <a:lumMod val="50000"/>
                  </a:schemeClr>
                </a:solidFill>
                <a:latin typeface="Trebuchet MS"/>
                <a:cs typeface="Trebuchet MS"/>
              </a:rPr>
              <a:t>de</a:t>
            </a:r>
            <a:r>
              <a:rPr sz="1700" i="1" spc="380" dirty="0">
                <a:solidFill>
                  <a:schemeClr val="accent6">
                    <a:lumMod val="50000"/>
                  </a:schemeClr>
                </a:solidFill>
                <a:latin typeface="Trebuchet MS"/>
                <a:cs typeface="Trebuchet MS"/>
              </a:rPr>
              <a:t> </a:t>
            </a:r>
            <a:r>
              <a:rPr sz="1700" i="1" spc="30" dirty="0">
                <a:solidFill>
                  <a:schemeClr val="accent6">
                    <a:lumMod val="50000"/>
                  </a:schemeClr>
                </a:solidFill>
                <a:latin typeface="Trebuchet MS"/>
                <a:cs typeface="Trebuchet MS"/>
              </a:rPr>
              <a:t>revisión</a:t>
            </a:r>
            <a:endParaRPr sz="1700" dirty="0">
              <a:solidFill>
                <a:schemeClr val="accent6">
                  <a:lumMod val="50000"/>
                </a:schemeClr>
              </a:solidFill>
              <a:latin typeface="Trebuchet MS"/>
              <a:cs typeface="Trebuchet MS"/>
            </a:endParaRPr>
          </a:p>
          <a:p>
            <a:pPr marL="661670" indent="-397510">
              <a:lnSpc>
                <a:spcPct val="100000"/>
              </a:lnSpc>
              <a:spcBef>
                <a:spcPts val="465"/>
              </a:spcBef>
              <a:buClr>
                <a:srgbClr val="FF3300"/>
              </a:buClr>
              <a:buSzPct val="94117"/>
              <a:buFont typeface="Wingdings"/>
              <a:buChar char=""/>
              <a:tabLst>
                <a:tab pos="661670" algn="l"/>
                <a:tab pos="662305" algn="l"/>
              </a:tabLst>
            </a:pPr>
            <a:r>
              <a:rPr sz="1700" i="1" spc="25" dirty="0">
                <a:solidFill>
                  <a:schemeClr val="accent6">
                    <a:lumMod val="50000"/>
                  </a:schemeClr>
                </a:solidFill>
                <a:latin typeface="Trebuchet MS"/>
                <a:cs typeface="Trebuchet MS"/>
              </a:rPr>
              <a:t>Enfoque </a:t>
            </a:r>
            <a:r>
              <a:rPr sz="1700" i="1" spc="-15" dirty="0">
                <a:solidFill>
                  <a:schemeClr val="accent6">
                    <a:lumMod val="50000"/>
                  </a:schemeClr>
                </a:solidFill>
                <a:latin typeface="Trebuchet MS"/>
                <a:cs typeface="Trebuchet MS"/>
              </a:rPr>
              <a:t>rápido: </a:t>
            </a:r>
            <a:r>
              <a:rPr sz="1700" i="1" spc="50" dirty="0">
                <a:solidFill>
                  <a:schemeClr val="accent6">
                    <a:lumMod val="50000"/>
                  </a:schemeClr>
                </a:solidFill>
                <a:latin typeface="Trebuchet MS"/>
                <a:cs typeface="Trebuchet MS"/>
              </a:rPr>
              <a:t>Revision </a:t>
            </a:r>
            <a:r>
              <a:rPr sz="1700" i="1" spc="45" dirty="0">
                <a:solidFill>
                  <a:schemeClr val="accent6">
                    <a:lumMod val="50000"/>
                  </a:schemeClr>
                </a:solidFill>
                <a:latin typeface="Trebuchet MS"/>
                <a:cs typeface="Trebuchet MS"/>
              </a:rPr>
              <a:t>por</a:t>
            </a:r>
            <a:r>
              <a:rPr sz="1700" i="1" spc="350" dirty="0">
                <a:solidFill>
                  <a:schemeClr val="accent6">
                    <a:lumMod val="50000"/>
                  </a:schemeClr>
                </a:solidFill>
                <a:latin typeface="Trebuchet MS"/>
                <a:cs typeface="Trebuchet MS"/>
              </a:rPr>
              <a:t> </a:t>
            </a:r>
            <a:r>
              <a:rPr sz="1700" i="1" spc="70" dirty="0">
                <a:solidFill>
                  <a:schemeClr val="accent6">
                    <a:lumMod val="50000"/>
                  </a:schemeClr>
                </a:solidFill>
                <a:latin typeface="Trebuchet MS"/>
                <a:cs typeface="Trebuchet MS"/>
              </a:rPr>
              <a:t>pares</a:t>
            </a:r>
            <a:endParaRPr sz="1700" dirty="0">
              <a:solidFill>
                <a:schemeClr val="accent6">
                  <a:lumMod val="50000"/>
                </a:schemeClr>
              </a:solidFill>
              <a:latin typeface="Trebuchet MS"/>
              <a:cs typeface="Trebuchet MS"/>
            </a:endParaRPr>
          </a:p>
        </p:txBody>
      </p:sp>
    </p:spTree>
    <p:extLst>
      <p:ext uri="{BB962C8B-B14F-4D97-AF65-F5344CB8AC3E}">
        <p14:creationId xmlns:p14="http://schemas.microsoft.com/office/powerpoint/2010/main" val="437025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pc="150" dirty="0"/>
              <a:t>Seguridad </a:t>
            </a:r>
            <a:r>
              <a:rPr lang="es-ES" spc="30" dirty="0"/>
              <a:t>en </a:t>
            </a:r>
            <a:r>
              <a:rPr lang="es-ES" spc="70" dirty="0"/>
              <a:t>la</a:t>
            </a:r>
            <a:r>
              <a:rPr lang="es-ES" spc="290" dirty="0"/>
              <a:t> </a:t>
            </a:r>
            <a:r>
              <a:rPr lang="es-ES" spc="55" dirty="0"/>
              <a:t>Implementación</a:t>
            </a:r>
            <a:endParaRPr lang="es-ES" dirty="0"/>
          </a:p>
        </p:txBody>
      </p:sp>
      <p:sp>
        <p:nvSpPr>
          <p:cNvPr id="5" name="object 4"/>
          <p:cNvSpPr txBox="1"/>
          <p:nvPr/>
        </p:nvSpPr>
        <p:spPr>
          <a:xfrm>
            <a:off x="838200" y="1468336"/>
            <a:ext cx="10623318" cy="4467377"/>
          </a:xfrm>
          <a:prstGeom prst="rect">
            <a:avLst/>
          </a:prstGeom>
        </p:spPr>
        <p:txBody>
          <a:bodyPr vert="horz" wrap="square" lIns="0" tIns="12700" rIns="0" bIns="0" rtlCol="0">
            <a:spAutoFit/>
          </a:bodyPr>
          <a:lstStyle/>
          <a:p>
            <a:pPr marL="633095">
              <a:lnSpc>
                <a:spcPct val="100000"/>
              </a:lnSpc>
              <a:spcBef>
                <a:spcPts val="100"/>
              </a:spcBef>
            </a:pPr>
            <a:r>
              <a:rPr sz="2400" spc="180" dirty="0">
                <a:solidFill>
                  <a:schemeClr val="accent6">
                    <a:lumMod val="50000"/>
                  </a:schemeClr>
                </a:solidFill>
                <a:latin typeface="Trebuchet MS"/>
                <a:cs typeface="Trebuchet MS"/>
              </a:rPr>
              <a:t>Seguridad </a:t>
            </a:r>
            <a:r>
              <a:rPr sz="2400" spc="40" dirty="0">
                <a:solidFill>
                  <a:schemeClr val="accent6">
                    <a:lumMod val="50000"/>
                  </a:schemeClr>
                </a:solidFill>
                <a:latin typeface="Trebuchet MS"/>
                <a:cs typeface="Trebuchet MS"/>
              </a:rPr>
              <a:t>en </a:t>
            </a:r>
            <a:r>
              <a:rPr sz="2400" spc="85" dirty="0">
                <a:solidFill>
                  <a:schemeClr val="accent6">
                    <a:lumMod val="50000"/>
                  </a:schemeClr>
                </a:solidFill>
                <a:latin typeface="Trebuchet MS"/>
                <a:cs typeface="Trebuchet MS"/>
              </a:rPr>
              <a:t>la </a:t>
            </a:r>
            <a:r>
              <a:rPr sz="2400" spc="60" dirty="0">
                <a:solidFill>
                  <a:schemeClr val="accent6">
                    <a:lumMod val="50000"/>
                  </a:schemeClr>
                </a:solidFill>
                <a:latin typeface="Trebuchet MS"/>
                <a:cs typeface="Trebuchet MS"/>
              </a:rPr>
              <a:t>implementación</a:t>
            </a:r>
            <a:r>
              <a:rPr sz="2400" spc="475" dirty="0">
                <a:solidFill>
                  <a:schemeClr val="accent6">
                    <a:lumMod val="50000"/>
                  </a:schemeClr>
                </a:solidFill>
                <a:latin typeface="Trebuchet MS"/>
                <a:cs typeface="Trebuchet MS"/>
              </a:rPr>
              <a:t> </a:t>
            </a:r>
            <a:r>
              <a:rPr sz="2400" spc="50" dirty="0">
                <a:solidFill>
                  <a:schemeClr val="accent6">
                    <a:lumMod val="50000"/>
                  </a:schemeClr>
                </a:solidFill>
                <a:latin typeface="Trebuchet MS"/>
                <a:cs typeface="Trebuchet MS"/>
              </a:rPr>
              <a:t>(deployment)</a:t>
            </a:r>
            <a:endParaRPr sz="2400" dirty="0">
              <a:solidFill>
                <a:schemeClr val="accent6">
                  <a:lumMod val="50000"/>
                </a:schemeClr>
              </a:solidFill>
              <a:latin typeface="Trebuchet MS"/>
              <a:cs typeface="Trebuchet MS"/>
            </a:endParaRPr>
          </a:p>
          <a:p>
            <a:pPr>
              <a:lnSpc>
                <a:spcPct val="100000"/>
              </a:lnSpc>
              <a:spcBef>
                <a:spcPts val="35"/>
              </a:spcBef>
            </a:pPr>
            <a:endParaRPr sz="2650" dirty="0">
              <a:solidFill>
                <a:schemeClr val="accent6">
                  <a:lumMod val="50000"/>
                </a:schemeClr>
              </a:solidFill>
              <a:latin typeface="Trebuchet MS"/>
              <a:cs typeface="Trebuchet MS"/>
            </a:endParaRPr>
          </a:p>
          <a:p>
            <a:pPr marL="12700" marR="5080">
              <a:lnSpc>
                <a:spcPct val="130300"/>
              </a:lnSpc>
            </a:pPr>
            <a:r>
              <a:rPr sz="1800" spc="225" dirty="0">
                <a:solidFill>
                  <a:schemeClr val="accent6">
                    <a:lumMod val="50000"/>
                  </a:schemeClr>
                </a:solidFill>
                <a:latin typeface="Trebuchet MS"/>
                <a:cs typeface="Trebuchet MS"/>
              </a:rPr>
              <a:t>Si </a:t>
            </a:r>
            <a:r>
              <a:rPr sz="1800" spc="110" dirty="0">
                <a:solidFill>
                  <a:schemeClr val="accent6">
                    <a:lumMod val="50000"/>
                  </a:schemeClr>
                </a:solidFill>
                <a:latin typeface="Trebuchet MS"/>
                <a:cs typeface="Trebuchet MS"/>
              </a:rPr>
              <a:t>no </a:t>
            </a:r>
            <a:r>
              <a:rPr sz="1800" spc="150" dirty="0">
                <a:solidFill>
                  <a:schemeClr val="accent6">
                    <a:lumMod val="50000"/>
                  </a:schemeClr>
                </a:solidFill>
                <a:latin typeface="Trebuchet MS"/>
                <a:cs typeface="Trebuchet MS"/>
              </a:rPr>
              <a:t>se </a:t>
            </a:r>
            <a:r>
              <a:rPr sz="1800" spc="35" dirty="0">
                <a:solidFill>
                  <a:schemeClr val="accent6">
                    <a:lumMod val="50000"/>
                  </a:schemeClr>
                </a:solidFill>
                <a:latin typeface="Trebuchet MS"/>
                <a:cs typeface="Trebuchet MS"/>
              </a:rPr>
              <a:t>implementa </a:t>
            </a:r>
            <a:r>
              <a:rPr sz="1800" spc="65" dirty="0">
                <a:solidFill>
                  <a:schemeClr val="accent6">
                    <a:lumMod val="50000"/>
                  </a:schemeClr>
                </a:solidFill>
                <a:latin typeface="Trebuchet MS"/>
                <a:cs typeface="Trebuchet MS"/>
              </a:rPr>
              <a:t>la </a:t>
            </a:r>
            <a:r>
              <a:rPr sz="1800" spc="70" dirty="0">
                <a:solidFill>
                  <a:schemeClr val="accent6">
                    <a:lumMod val="50000"/>
                  </a:schemeClr>
                </a:solidFill>
                <a:latin typeface="Trebuchet MS"/>
                <a:cs typeface="Trebuchet MS"/>
              </a:rPr>
              <a:t>aplicación </a:t>
            </a:r>
            <a:r>
              <a:rPr sz="1800" spc="25" dirty="0">
                <a:solidFill>
                  <a:schemeClr val="accent6">
                    <a:lumMod val="50000"/>
                  </a:schemeClr>
                </a:solidFill>
                <a:latin typeface="Trebuchet MS"/>
                <a:cs typeface="Trebuchet MS"/>
              </a:rPr>
              <a:t>de </a:t>
            </a:r>
            <a:r>
              <a:rPr sz="1800" spc="114" dirty="0">
                <a:solidFill>
                  <a:schemeClr val="accent6">
                    <a:lumMod val="50000"/>
                  </a:schemeClr>
                </a:solidFill>
                <a:latin typeface="Trebuchet MS"/>
                <a:cs typeface="Trebuchet MS"/>
              </a:rPr>
              <a:t>forma </a:t>
            </a:r>
            <a:r>
              <a:rPr sz="1800" spc="90" dirty="0">
                <a:solidFill>
                  <a:schemeClr val="accent6">
                    <a:lumMod val="50000"/>
                  </a:schemeClr>
                </a:solidFill>
                <a:latin typeface="Trebuchet MS"/>
                <a:cs typeface="Trebuchet MS"/>
              </a:rPr>
              <a:t>segura, </a:t>
            </a:r>
            <a:r>
              <a:rPr sz="1800" spc="150" dirty="0">
                <a:solidFill>
                  <a:schemeClr val="accent6">
                    <a:lumMod val="50000"/>
                  </a:schemeClr>
                </a:solidFill>
                <a:latin typeface="Trebuchet MS"/>
                <a:cs typeface="Trebuchet MS"/>
              </a:rPr>
              <a:t>se </a:t>
            </a:r>
            <a:r>
              <a:rPr sz="1800" spc="50" dirty="0">
                <a:solidFill>
                  <a:schemeClr val="accent6">
                    <a:lumMod val="50000"/>
                  </a:schemeClr>
                </a:solidFill>
                <a:latin typeface="Trebuchet MS"/>
                <a:cs typeface="Trebuchet MS"/>
              </a:rPr>
              <a:t>pueden </a:t>
            </a:r>
            <a:r>
              <a:rPr sz="1800" spc="90" dirty="0">
                <a:solidFill>
                  <a:schemeClr val="accent6">
                    <a:lumMod val="50000"/>
                  </a:schemeClr>
                </a:solidFill>
                <a:latin typeface="Trebuchet MS"/>
                <a:cs typeface="Trebuchet MS"/>
              </a:rPr>
              <a:t>echar  </a:t>
            </a:r>
            <a:r>
              <a:rPr sz="1800" spc="120" dirty="0">
                <a:solidFill>
                  <a:schemeClr val="accent6">
                    <a:lumMod val="50000"/>
                  </a:schemeClr>
                </a:solidFill>
                <a:latin typeface="Trebuchet MS"/>
                <a:cs typeface="Trebuchet MS"/>
              </a:rPr>
              <a:t>por </a:t>
            </a:r>
            <a:r>
              <a:rPr sz="1800" spc="75" dirty="0">
                <a:solidFill>
                  <a:schemeClr val="accent6">
                    <a:lumMod val="50000"/>
                  </a:schemeClr>
                </a:solidFill>
                <a:latin typeface="Trebuchet MS"/>
                <a:cs typeface="Trebuchet MS"/>
              </a:rPr>
              <a:t>tierra </a:t>
            </a:r>
            <a:r>
              <a:rPr sz="1800" spc="135" dirty="0">
                <a:solidFill>
                  <a:schemeClr val="accent6">
                    <a:lumMod val="50000"/>
                  </a:schemeClr>
                </a:solidFill>
                <a:latin typeface="Trebuchet MS"/>
                <a:cs typeface="Trebuchet MS"/>
              </a:rPr>
              <a:t>los esfuerzos </a:t>
            </a:r>
            <a:r>
              <a:rPr sz="1800" spc="25" dirty="0">
                <a:solidFill>
                  <a:schemeClr val="accent6">
                    <a:lumMod val="50000"/>
                  </a:schemeClr>
                </a:solidFill>
                <a:latin typeface="Trebuchet MS"/>
                <a:cs typeface="Trebuchet MS"/>
              </a:rPr>
              <a:t>de </a:t>
            </a:r>
            <a:r>
              <a:rPr sz="1800" spc="155" dirty="0">
                <a:solidFill>
                  <a:schemeClr val="accent6">
                    <a:lumMod val="50000"/>
                  </a:schemeClr>
                </a:solidFill>
                <a:latin typeface="Trebuchet MS"/>
                <a:cs typeface="Trebuchet MS"/>
              </a:rPr>
              <a:t>las </a:t>
            </a:r>
            <a:r>
              <a:rPr sz="1800" spc="135" dirty="0">
                <a:solidFill>
                  <a:schemeClr val="accent6">
                    <a:lumMod val="50000"/>
                  </a:schemeClr>
                </a:solidFill>
                <a:latin typeface="Trebuchet MS"/>
                <a:cs typeface="Trebuchet MS"/>
              </a:rPr>
              <a:t>etapas</a:t>
            </a:r>
            <a:r>
              <a:rPr sz="1800" spc="440" dirty="0">
                <a:solidFill>
                  <a:schemeClr val="accent6">
                    <a:lumMod val="50000"/>
                  </a:schemeClr>
                </a:solidFill>
                <a:latin typeface="Trebuchet MS"/>
                <a:cs typeface="Trebuchet MS"/>
              </a:rPr>
              <a:t> </a:t>
            </a:r>
            <a:r>
              <a:rPr sz="1800" spc="60" dirty="0">
                <a:solidFill>
                  <a:schemeClr val="accent6">
                    <a:lumMod val="50000"/>
                  </a:schemeClr>
                </a:solidFill>
                <a:latin typeface="Trebuchet MS"/>
                <a:cs typeface="Trebuchet MS"/>
              </a:rPr>
              <a:t>anteriores.</a:t>
            </a:r>
            <a:endParaRPr sz="1800" dirty="0">
              <a:solidFill>
                <a:schemeClr val="accent6">
                  <a:lumMod val="50000"/>
                </a:schemeClr>
              </a:solidFill>
              <a:latin typeface="Trebuchet MS"/>
              <a:cs typeface="Trebuchet MS"/>
            </a:endParaRPr>
          </a:p>
          <a:p>
            <a:pPr marL="205740" indent="-193675">
              <a:lnSpc>
                <a:spcPct val="100000"/>
              </a:lnSpc>
              <a:buClr>
                <a:srgbClr val="FF3300"/>
              </a:buClr>
              <a:buFont typeface="Wingdings"/>
              <a:buChar char=""/>
              <a:tabLst>
                <a:tab pos="206375" algn="l"/>
              </a:tabLst>
            </a:pPr>
            <a:r>
              <a:rPr sz="1800" spc="95" dirty="0" smtClean="0">
                <a:solidFill>
                  <a:schemeClr val="accent6">
                    <a:lumMod val="50000"/>
                  </a:schemeClr>
                </a:solidFill>
                <a:latin typeface="Trebuchet MS"/>
                <a:cs typeface="Trebuchet MS"/>
              </a:rPr>
              <a:t>Hardening </a:t>
            </a:r>
            <a:r>
              <a:rPr sz="1800" spc="25" dirty="0">
                <a:solidFill>
                  <a:schemeClr val="accent6">
                    <a:lumMod val="50000"/>
                  </a:schemeClr>
                </a:solidFill>
                <a:latin typeface="Trebuchet MS"/>
                <a:cs typeface="Trebuchet MS"/>
              </a:rPr>
              <a:t>de </a:t>
            </a:r>
            <a:r>
              <a:rPr sz="1800" spc="135" dirty="0">
                <a:solidFill>
                  <a:schemeClr val="accent6">
                    <a:lumMod val="50000"/>
                  </a:schemeClr>
                </a:solidFill>
                <a:latin typeface="Trebuchet MS"/>
                <a:cs typeface="Trebuchet MS"/>
              </a:rPr>
              <a:t>software </a:t>
            </a:r>
            <a:r>
              <a:rPr sz="1800" spc="25" dirty="0">
                <a:solidFill>
                  <a:schemeClr val="accent6">
                    <a:lumMod val="50000"/>
                  </a:schemeClr>
                </a:solidFill>
                <a:latin typeface="Trebuchet MS"/>
                <a:cs typeface="Trebuchet MS"/>
              </a:rPr>
              <a:t>de</a:t>
            </a:r>
            <a:r>
              <a:rPr sz="1800" spc="365" dirty="0">
                <a:solidFill>
                  <a:schemeClr val="accent6">
                    <a:lumMod val="50000"/>
                  </a:schemeClr>
                </a:solidFill>
                <a:latin typeface="Trebuchet MS"/>
                <a:cs typeface="Trebuchet MS"/>
              </a:rPr>
              <a:t> </a:t>
            </a:r>
            <a:r>
              <a:rPr sz="1800" spc="150" dirty="0">
                <a:solidFill>
                  <a:schemeClr val="accent6">
                    <a:lumMod val="50000"/>
                  </a:schemeClr>
                </a:solidFill>
                <a:latin typeface="Trebuchet MS"/>
                <a:cs typeface="Trebuchet MS"/>
              </a:rPr>
              <a:t>base</a:t>
            </a:r>
            <a:endParaRPr sz="1800" dirty="0">
              <a:solidFill>
                <a:schemeClr val="accent6">
                  <a:lumMod val="50000"/>
                </a:schemeClr>
              </a:solidFill>
              <a:latin typeface="Trebuchet MS"/>
              <a:cs typeface="Trebuchet MS"/>
            </a:endParaRPr>
          </a:p>
          <a:p>
            <a:pPr marL="1099820" lvl="1" indent="-457834">
              <a:lnSpc>
                <a:spcPct val="100000"/>
              </a:lnSpc>
              <a:spcBef>
                <a:spcPts val="509"/>
              </a:spcBef>
              <a:buClr>
                <a:srgbClr val="FF3300"/>
              </a:buClr>
              <a:buSzPct val="94117"/>
              <a:buFont typeface="Wingdings"/>
              <a:buChar char=""/>
              <a:tabLst>
                <a:tab pos="1099820" algn="l"/>
                <a:tab pos="1100455" algn="l"/>
              </a:tabLst>
            </a:pPr>
            <a:r>
              <a:rPr sz="1700" i="1" spc="70" dirty="0">
                <a:solidFill>
                  <a:schemeClr val="accent6">
                    <a:lumMod val="50000"/>
                  </a:schemeClr>
                </a:solidFill>
                <a:latin typeface="Trebuchet MS"/>
                <a:cs typeface="Trebuchet MS"/>
              </a:rPr>
              <a:t>Servicios</a:t>
            </a:r>
            <a:r>
              <a:rPr sz="1700" i="1" spc="95" dirty="0">
                <a:solidFill>
                  <a:schemeClr val="accent6">
                    <a:lumMod val="50000"/>
                  </a:schemeClr>
                </a:solidFill>
                <a:latin typeface="Trebuchet MS"/>
                <a:cs typeface="Trebuchet MS"/>
              </a:rPr>
              <a:t> </a:t>
            </a:r>
            <a:r>
              <a:rPr sz="1700" i="1" spc="40" dirty="0">
                <a:solidFill>
                  <a:schemeClr val="accent6">
                    <a:lumMod val="50000"/>
                  </a:schemeClr>
                </a:solidFill>
                <a:latin typeface="Trebuchet MS"/>
                <a:cs typeface="Trebuchet MS"/>
              </a:rPr>
              <a:t>innecesarios</a:t>
            </a:r>
            <a:endParaRPr sz="1700" dirty="0">
              <a:solidFill>
                <a:schemeClr val="accent6">
                  <a:lumMod val="50000"/>
                </a:schemeClr>
              </a:solidFill>
              <a:latin typeface="Trebuchet MS"/>
              <a:cs typeface="Trebuchet MS"/>
            </a:endParaRPr>
          </a:p>
          <a:p>
            <a:pPr marL="1099820" lvl="1" indent="-457834">
              <a:lnSpc>
                <a:spcPct val="100000"/>
              </a:lnSpc>
              <a:spcBef>
                <a:spcPts val="455"/>
              </a:spcBef>
              <a:buClr>
                <a:srgbClr val="FF3300"/>
              </a:buClr>
              <a:buSzPct val="94117"/>
              <a:buFont typeface="Wingdings"/>
              <a:buChar char=""/>
              <a:tabLst>
                <a:tab pos="1099820" algn="l"/>
                <a:tab pos="1100455" algn="l"/>
              </a:tabLst>
            </a:pPr>
            <a:r>
              <a:rPr sz="1700" i="1" spc="95" dirty="0">
                <a:solidFill>
                  <a:schemeClr val="accent6">
                    <a:lumMod val="50000"/>
                  </a:schemeClr>
                </a:solidFill>
                <a:latin typeface="Trebuchet MS"/>
                <a:cs typeface="Trebuchet MS"/>
              </a:rPr>
              <a:t>Usuarios </a:t>
            </a:r>
            <a:r>
              <a:rPr sz="1700" i="1" spc="125" dirty="0">
                <a:solidFill>
                  <a:schemeClr val="accent6">
                    <a:lumMod val="50000"/>
                  </a:schemeClr>
                </a:solidFill>
                <a:latin typeface="Trebuchet MS"/>
                <a:cs typeface="Trebuchet MS"/>
              </a:rPr>
              <a:t>y </a:t>
            </a:r>
            <a:r>
              <a:rPr sz="1700" i="1" spc="75" dirty="0">
                <a:solidFill>
                  <a:schemeClr val="accent6">
                    <a:lumMod val="50000"/>
                  </a:schemeClr>
                </a:solidFill>
                <a:latin typeface="Trebuchet MS"/>
                <a:cs typeface="Trebuchet MS"/>
              </a:rPr>
              <a:t>contraseñas</a:t>
            </a:r>
            <a:r>
              <a:rPr sz="1700" i="1" spc="80" dirty="0">
                <a:solidFill>
                  <a:schemeClr val="accent6">
                    <a:lumMod val="50000"/>
                  </a:schemeClr>
                </a:solidFill>
                <a:latin typeface="Trebuchet MS"/>
                <a:cs typeface="Trebuchet MS"/>
              </a:rPr>
              <a:t> </a:t>
            </a:r>
            <a:r>
              <a:rPr sz="1700" i="1" spc="-25" dirty="0">
                <a:solidFill>
                  <a:schemeClr val="accent6">
                    <a:lumMod val="50000"/>
                  </a:schemeClr>
                </a:solidFill>
                <a:latin typeface="Trebuchet MS"/>
                <a:cs typeface="Trebuchet MS"/>
              </a:rPr>
              <a:t>default</a:t>
            </a:r>
            <a:endParaRPr sz="1700" dirty="0">
              <a:solidFill>
                <a:schemeClr val="accent6">
                  <a:lumMod val="50000"/>
                </a:schemeClr>
              </a:solidFill>
              <a:latin typeface="Trebuchet MS"/>
              <a:cs typeface="Trebuchet MS"/>
            </a:endParaRPr>
          </a:p>
          <a:p>
            <a:pPr marL="1099820" lvl="1" indent="-457834">
              <a:lnSpc>
                <a:spcPct val="100000"/>
              </a:lnSpc>
              <a:spcBef>
                <a:spcPts val="464"/>
              </a:spcBef>
              <a:buClr>
                <a:srgbClr val="FF3300"/>
              </a:buClr>
              <a:buSzPct val="94117"/>
              <a:buFont typeface="Wingdings"/>
              <a:buChar char=""/>
              <a:tabLst>
                <a:tab pos="1099820" algn="l"/>
                <a:tab pos="1100455" algn="l"/>
              </a:tabLst>
            </a:pPr>
            <a:r>
              <a:rPr sz="1700" i="1" spc="20" dirty="0">
                <a:solidFill>
                  <a:schemeClr val="accent6">
                    <a:lumMod val="50000"/>
                  </a:schemeClr>
                </a:solidFill>
                <a:latin typeface="Trebuchet MS"/>
                <a:cs typeface="Trebuchet MS"/>
              </a:rPr>
              <a:t>Configuración </a:t>
            </a:r>
            <a:r>
              <a:rPr sz="1700" i="1" spc="-25" dirty="0">
                <a:solidFill>
                  <a:schemeClr val="accent6">
                    <a:lumMod val="50000"/>
                  </a:schemeClr>
                </a:solidFill>
                <a:latin typeface="Trebuchet MS"/>
                <a:cs typeface="Trebuchet MS"/>
              </a:rPr>
              <a:t>de</a:t>
            </a:r>
            <a:r>
              <a:rPr sz="1700" i="1" spc="175" dirty="0">
                <a:solidFill>
                  <a:schemeClr val="accent6">
                    <a:lumMod val="50000"/>
                  </a:schemeClr>
                </a:solidFill>
                <a:latin typeface="Trebuchet MS"/>
                <a:cs typeface="Trebuchet MS"/>
              </a:rPr>
              <a:t> </a:t>
            </a:r>
            <a:r>
              <a:rPr sz="1700" i="1" spc="-5" dirty="0">
                <a:solidFill>
                  <a:schemeClr val="accent6">
                    <a:lumMod val="50000"/>
                  </a:schemeClr>
                </a:solidFill>
                <a:latin typeface="Trebuchet MS"/>
                <a:cs typeface="Trebuchet MS"/>
              </a:rPr>
              <a:t>intérpretes</a:t>
            </a:r>
            <a:endParaRPr sz="1700" dirty="0">
              <a:solidFill>
                <a:schemeClr val="accent6">
                  <a:lumMod val="50000"/>
                </a:schemeClr>
              </a:solidFill>
              <a:latin typeface="Trebuchet MS"/>
              <a:cs typeface="Trebuchet MS"/>
            </a:endParaRPr>
          </a:p>
          <a:p>
            <a:pPr lvl="1">
              <a:lnSpc>
                <a:spcPct val="100000"/>
              </a:lnSpc>
              <a:spcBef>
                <a:spcPts val="55"/>
              </a:spcBef>
              <a:buClr>
                <a:srgbClr val="FF3300"/>
              </a:buClr>
              <a:buFont typeface="Wingdings"/>
              <a:buChar char=""/>
            </a:pPr>
            <a:endParaRPr sz="1550" dirty="0">
              <a:solidFill>
                <a:schemeClr val="accent6">
                  <a:lumMod val="50000"/>
                </a:schemeClr>
              </a:solidFill>
              <a:latin typeface="Trebuchet MS"/>
              <a:cs typeface="Trebuchet MS"/>
            </a:endParaRPr>
          </a:p>
          <a:p>
            <a:pPr marL="205740" indent="-193675">
              <a:lnSpc>
                <a:spcPct val="100000"/>
              </a:lnSpc>
              <a:buClr>
                <a:srgbClr val="FF3300"/>
              </a:buClr>
              <a:buFont typeface="Wingdings"/>
              <a:buChar char=""/>
              <a:tabLst>
                <a:tab pos="206375" algn="l"/>
              </a:tabLst>
            </a:pPr>
            <a:r>
              <a:rPr sz="1800" spc="155" dirty="0">
                <a:solidFill>
                  <a:schemeClr val="accent6">
                    <a:lumMod val="50000"/>
                  </a:schemeClr>
                </a:solidFill>
                <a:latin typeface="Trebuchet MS"/>
                <a:cs typeface="Trebuchet MS"/>
              </a:rPr>
              <a:t>Proceso </a:t>
            </a:r>
            <a:r>
              <a:rPr sz="1800" spc="25" dirty="0">
                <a:solidFill>
                  <a:schemeClr val="accent6">
                    <a:lumMod val="50000"/>
                  </a:schemeClr>
                </a:solidFill>
                <a:latin typeface="Trebuchet MS"/>
                <a:cs typeface="Trebuchet MS"/>
              </a:rPr>
              <a:t>de</a:t>
            </a:r>
            <a:r>
              <a:rPr sz="1800" spc="150" dirty="0">
                <a:solidFill>
                  <a:schemeClr val="accent6">
                    <a:lumMod val="50000"/>
                  </a:schemeClr>
                </a:solidFill>
                <a:latin typeface="Trebuchet MS"/>
                <a:cs typeface="Trebuchet MS"/>
              </a:rPr>
              <a:t> </a:t>
            </a:r>
            <a:r>
              <a:rPr sz="1800" spc="45" dirty="0">
                <a:solidFill>
                  <a:schemeClr val="accent6">
                    <a:lumMod val="50000"/>
                  </a:schemeClr>
                </a:solidFill>
                <a:latin typeface="Trebuchet MS"/>
                <a:cs typeface="Trebuchet MS"/>
              </a:rPr>
              <a:t>implementación</a:t>
            </a:r>
            <a:endParaRPr sz="1800" dirty="0">
              <a:solidFill>
                <a:schemeClr val="accent6">
                  <a:lumMod val="50000"/>
                </a:schemeClr>
              </a:solidFill>
              <a:latin typeface="Trebuchet MS"/>
              <a:cs typeface="Trebuchet MS"/>
            </a:endParaRPr>
          </a:p>
          <a:p>
            <a:pPr marL="1177925" lvl="1" indent="-535940">
              <a:lnSpc>
                <a:spcPct val="100000"/>
              </a:lnSpc>
              <a:spcBef>
                <a:spcPts val="505"/>
              </a:spcBef>
              <a:buClr>
                <a:srgbClr val="FF3300"/>
              </a:buClr>
              <a:buSzPct val="94117"/>
              <a:buFont typeface="Wingdings"/>
              <a:buChar char=""/>
              <a:tabLst>
                <a:tab pos="1177925" algn="l"/>
                <a:tab pos="1178560" algn="l"/>
              </a:tabLst>
            </a:pPr>
            <a:r>
              <a:rPr sz="1700" i="1" spc="65" dirty="0">
                <a:solidFill>
                  <a:schemeClr val="accent6">
                    <a:lumMod val="50000"/>
                  </a:schemeClr>
                </a:solidFill>
                <a:latin typeface="Trebuchet MS"/>
                <a:cs typeface="Trebuchet MS"/>
              </a:rPr>
              <a:t>Separación </a:t>
            </a:r>
            <a:r>
              <a:rPr sz="1700" i="1" spc="-25" dirty="0">
                <a:solidFill>
                  <a:schemeClr val="accent6">
                    <a:lumMod val="50000"/>
                  </a:schemeClr>
                </a:solidFill>
                <a:latin typeface="Trebuchet MS"/>
                <a:cs typeface="Trebuchet MS"/>
              </a:rPr>
              <a:t>de</a:t>
            </a:r>
            <a:r>
              <a:rPr sz="1700" i="1" spc="140" dirty="0">
                <a:solidFill>
                  <a:schemeClr val="accent6">
                    <a:lumMod val="50000"/>
                  </a:schemeClr>
                </a:solidFill>
                <a:latin typeface="Trebuchet MS"/>
                <a:cs typeface="Trebuchet MS"/>
              </a:rPr>
              <a:t> </a:t>
            </a:r>
            <a:r>
              <a:rPr sz="1700" i="1" spc="10" dirty="0">
                <a:solidFill>
                  <a:schemeClr val="accent6">
                    <a:lumMod val="50000"/>
                  </a:schemeClr>
                </a:solidFill>
                <a:latin typeface="Trebuchet MS"/>
                <a:cs typeface="Trebuchet MS"/>
              </a:rPr>
              <a:t>ambientes</a:t>
            </a:r>
            <a:endParaRPr sz="1700" dirty="0">
              <a:solidFill>
                <a:schemeClr val="accent6">
                  <a:lumMod val="50000"/>
                </a:schemeClr>
              </a:solidFill>
              <a:latin typeface="Trebuchet MS"/>
              <a:cs typeface="Trebuchet MS"/>
            </a:endParaRPr>
          </a:p>
          <a:p>
            <a:pPr lvl="1">
              <a:lnSpc>
                <a:spcPct val="100000"/>
              </a:lnSpc>
              <a:buClr>
                <a:srgbClr val="FF3300"/>
              </a:buClr>
              <a:buFont typeface="Wingdings"/>
              <a:buChar char=""/>
            </a:pPr>
            <a:endParaRPr sz="1600" dirty="0">
              <a:solidFill>
                <a:schemeClr val="accent6">
                  <a:lumMod val="50000"/>
                </a:schemeClr>
              </a:solidFill>
              <a:latin typeface="Trebuchet MS"/>
              <a:cs typeface="Trebuchet MS"/>
            </a:endParaRPr>
          </a:p>
          <a:p>
            <a:pPr marL="205740" indent="-193675">
              <a:lnSpc>
                <a:spcPct val="100000"/>
              </a:lnSpc>
              <a:buClr>
                <a:srgbClr val="FF3300"/>
              </a:buClr>
              <a:buFont typeface="Wingdings"/>
              <a:buChar char=""/>
              <a:tabLst>
                <a:tab pos="206375" algn="l"/>
              </a:tabLst>
            </a:pPr>
            <a:r>
              <a:rPr sz="1800" spc="95" dirty="0">
                <a:solidFill>
                  <a:schemeClr val="accent6">
                    <a:lumMod val="50000"/>
                  </a:schemeClr>
                </a:solidFill>
                <a:latin typeface="Trebuchet MS"/>
                <a:cs typeface="Trebuchet MS"/>
              </a:rPr>
              <a:t>Administración </a:t>
            </a:r>
            <a:r>
              <a:rPr sz="1800" spc="25" dirty="0">
                <a:solidFill>
                  <a:schemeClr val="accent6">
                    <a:lumMod val="50000"/>
                  </a:schemeClr>
                </a:solidFill>
                <a:latin typeface="Trebuchet MS"/>
                <a:cs typeface="Trebuchet MS"/>
              </a:rPr>
              <a:t>de </a:t>
            </a:r>
            <a:r>
              <a:rPr sz="1800" spc="40" dirty="0">
                <a:solidFill>
                  <a:schemeClr val="accent6">
                    <a:lumMod val="50000"/>
                  </a:schemeClr>
                </a:solidFill>
                <a:latin typeface="Trebuchet MS"/>
                <a:cs typeface="Trebuchet MS"/>
              </a:rPr>
              <a:t>implementación </a:t>
            </a:r>
            <a:r>
              <a:rPr sz="1800" spc="195" dirty="0">
                <a:solidFill>
                  <a:schemeClr val="accent6">
                    <a:lumMod val="50000"/>
                  </a:schemeClr>
                </a:solidFill>
                <a:latin typeface="Trebuchet MS"/>
                <a:cs typeface="Trebuchet MS"/>
              </a:rPr>
              <a:t>y</a:t>
            </a:r>
            <a:r>
              <a:rPr sz="1800" spc="445" dirty="0">
                <a:solidFill>
                  <a:schemeClr val="accent6">
                    <a:lumMod val="50000"/>
                  </a:schemeClr>
                </a:solidFill>
                <a:latin typeface="Trebuchet MS"/>
                <a:cs typeface="Trebuchet MS"/>
              </a:rPr>
              <a:t> </a:t>
            </a:r>
            <a:r>
              <a:rPr sz="1800" spc="45" dirty="0">
                <a:solidFill>
                  <a:schemeClr val="accent6">
                    <a:lumMod val="50000"/>
                  </a:schemeClr>
                </a:solidFill>
                <a:latin typeface="Trebuchet MS"/>
                <a:cs typeface="Trebuchet MS"/>
              </a:rPr>
              <a:t>mantenimiento</a:t>
            </a:r>
            <a:endParaRPr sz="1800" dirty="0">
              <a:solidFill>
                <a:schemeClr val="accent6">
                  <a:lumMod val="50000"/>
                </a:schemeClr>
              </a:solidFill>
              <a:latin typeface="Trebuchet MS"/>
              <a:cs typeface="Trebuchet MS"/>
            </a:endParaRPr>
          </a:p>
          <a:p>
            <a:pPr marL="1177925" lvl="1" indent="-535940">
              <a:lnSpc>
                <a:spcPct val="100000"/>
              </a:lnSpc>
              <a:spcBef>
                <a:spcPts val="509"/>
              </a:spcBef>
              <a:buClr>
                <a:srgbClr val="FF3300"/>
              </a:buClr>
              <a:buSzPct val="94117"/>
              <a:buFont typeface="Wingdings"/>
              <a:buChar char=""/>
              <a:tabLst>
                <a:tab pos="1177925" algn="l"/>
                <a:tab pos="1178560" algn="l"/>
              </a:tabLst>
            </a:pPr>
            <a:r>
              <a:rPr sz="1700" i="1" spc="60" dirty="0">
                <a:solidFill>
                  <a:schemeClr val="accent6">
                    <a:lumMod val="50000"/>
                  </a:schemeClr>
                </a:solidFill>
                <a:latin typeface="Trebuchet MS"/>
                <a:cs typeface="Trebuchet MS"/>
              </a:rPr>
              <a:t>Releases </a:t>
            </a:r>
            <a:r>
              <a:rPr sz="1700" i="1" spc="125" dirty="0">
                <a:solidFill>
                  <a:schemeClr val="accent6">
                    <a:lumMod val="50000"/>
                  </a:schemeClr>
                </a:solidFill>
                <a:latin typeface="Trebuchet MS"/>
                <a:cs typeface="Trebuchet MS"/>
              </a:rPr>
              <a:t>y</a:t>
            </a:r>
            <a:r>
              <a:rPr sz="1700" i="1" spc="140" dirty="0">
                <a:solidFill>
                  <a:schemeClr val="accent6">
                    <a:lumMod val="50000"/>
                  </a:schemeClr>
                </a:solidFill>
                <a:latin typeface="Trebuchet MS"/>
                <a:cs typeface="Trebuchet MS"/>
              </a:rPr>
              <a:t> </a:t>
            </a:r>
            <a:r>
              <a:rPr sz="1700" i="1" spc="80" dirty="0" smtClean="0">
                <a:solidFill>
                  <a:schemeClr val="accent6">
                    <a:lumMod val="50000"/>
                  </a:schemeClr>
                </a:solidFill>
                <a:latin typeface="Trebuchet MS"/>
                <a:cs typeface="Trebuchet MS"/>
              </a:rPr>
              <a:t>Patches</a:t>
            </a:r>
            <a:r>
              <a:rPr lang="es-PE" sz="1700" i="1" spc="80" dirty="0" smtClean="0">
                <a:solidFill>
                  <a:schemeClr val="accent6">
                    <a:lumMod val="50000"/>
                  </a:schemeClr>
                </a:solidFill>
                <a:latin typeface="Trebuchet MS"/>
                <a:cs typeface="Trebuchet MS"/>
              </a:rPr>
              <a:t>  ,</a:t>
            </a:r>
            <a:r>
              <a:rPr sz="1700" i="1" spc="45" dirty="0" smtClean="0">
                <a:solidFill>
                  <a:schemeClr val="accent6">
                    <a:lumMod val="50000"/>
                  </a:schemeClr>
                </a:solidFill>
                <a:latin typeface="Trebuchet MS"/>
                <a:cs typeface="Trebuchet MS"/>
              </a:rPr>
              <a:t>Firma </a:t>
            </a:r>
            <a:r>
              <a:rPr sz="1700" i="1" spc="-25" dirty="0">
                <a:solidFill>
                  <a:schemeClr val="accent6">
                    <a:lumMod val="50000"/>
                  </a:schemeClr>
                </a:solidFill>
                <a:latin typeface="Trebuchet MS"/>
                <a:cs typeface="Trebuchet MS"/>
              </a:rPr>
              <a:t>de</a:t>
            </a:r>
            <a:r>
              <a:rPr sz="1700" i="1" spc="160" dirty="0">
                <a:solidFill>
                  <a:schemeClr val="accent6">
                    <a:lumMod val="50000"/>
                  </a:schemeClr>
                </a:solidFill>
                <a:latin typeface="Trebuchet MS"/>
                <a:cs typeface="Trebuchet MS"/>
              </a:rPr>
              <a:t> </a:t>
            </a:r>
            <a:r>
              <a:rPr sz="1700" i="1" spc="35" dirty="0">
                <a:solidFill>
                  <a:schemeClr val="accent6">
                    <a:lumMod val="50000"/>
                  </a:schemeClr>
                </a:solidFill>
                <a:latin typeface="Trebuchet MS"/>
                <a:cs typeface="Trebuchet MS"/>
              </a:rPr>
              <a:t>código</a:t>
            </a:r>
            <a:endParaRPr sz="1700" dirty="0">
              <a:solidFill>
                <a:schemeClr val="accent6">
                  <a:lumMod val="50000"/>
                </a:schemeClr>
              </a:solidFill>
              <a:latin typeface="Trebuchet MS"/>
              <a:cs typeface="Trebuchet MS"/>
            </a:endParaRPr>
          </a:p>
        </p:txBody>
      </p:sp>
      <p:grpSp>
        <p:nvGrpSpPr>
          <p:cNvPr id="6" name="object 5"/>
          <p:cNvGrpSpPr/>
          <p:nvPr/>
        </p:nvGrpSpPr>
        <p:grpSpPr>
          <a:xfrm>
            <a:off x="8632244" y="4091875"/>
            <a:ext cx="1995170" cy="2112645"/>
            <a:chOff x="7025513" y="3352800"/>
            <a:chExt cx="1995170" cy="2112645"/>
          </a:xfrm>
        </p:grpSpPr>
        <p:sp>
          <p:nvSpPr>
            <p:cNvPr id="7" name="object 6"/>
            <p:cNvSpPr/>
            <p:nvPr/>
          </p:nvSpPr>
          <p:spPr>
            <a:xfrm>
              <a:off x="7025513" y="3352800"/>
              <a:ext cx="1575816" cy="83820"/>
            </a:xfrm>
            <a:prstGeom prst="rect">
              <a:avLst/>
            </a:prstGeom>
            <a:blipFill>
              <a:blip r:embed="rId2" cstate="print"/>
              <a:stretch>
                <a:fillRect/>
              </a:stretch>
            </a:blipFill>
          </p:spPr>
          <p:txBody>
            <a:bodyPr wrap="square" lIns="0" tIns="0" rIns="0" bIns="0" rtlCol="0"/>
            <a:lstStyle/>
            <a:p>
              <a:endParaRPr/>
            </a:p>
          </p:txBody>
        </p:sp>
        <p:sp>
          <p:nvSpPr>
            <p:cNvPr id="8" name="object 7"/>
            <p:cNvSpPr/>
            <p:nvPr/>
          </p:nvSpPr>
          <p:spPr>
            <a:xfrm>
              <a:off x="7025513" y="3436620"/>
              <a:ext cx="1609344" cy="134111"/>
            </a:xfrm>
            <a:prstGeom prst="rect">
              <a:avLst/>
            </a:prstGeom>
            <a:blipFill>
              <a:blip r:embed="rId3" cstate="print"/>
              <a:stretch>
                <a:fillRect/>
              </a:stretch>
            </a:blipFill>
          </p:spPr>
          <p:txBody>
            <a:bodyPr wrap="square" lIns="0" tIns="0" rIns="0" bIns="0" rtlCol="0"/>
            <a:lstStyle/>
            <a:p>
              <a:endParaRPr/>
            </a:p>
          </p:txBody>
        </p:sp>
        <p:sp>
          <p:nvSpPr>
            <p:cNvPr id="9" name="object 8"/>
            <p:cNvSpPr/>
            <p:nvPr/>
          </p:nvSpPr>
          <p:spPr>
            <a:xfrm>
              <a:off x="7042277" y="3570731"/>
              <a:ext cx="1609356" cy="184403"/>
            </a:xfrm>
            <a:prstGeom prst="rect">
              <a:avLst/>
            </a:prstGeom>
            <a:blipFill>
              <a:blip r:embed="rId4" cstate="print"/>
              <a:stretch>
                <a:fillRect/>
              </a:stretch>
            </a:blipFill>
          </p:spPr>
          <p:txBody>
            <a:bodyPr wrap="square" lIns="0" tIns="0" rIns="0" bIns="0" rtlCol="0"/>
            <a:lstStyle/>
            <a:p>
              <a:endParaRPr/>
            </a:p>
          </p:txBody>
        </p:sp>
        <p:sp>
          <p:nvSpPr>
            <p:cNvPr id="10" name="object 9"/>
            <p:cNvSpPr/>
            <p:nvPr/>
          </p:nvSpPr>
          <p:spPr>
            <a:xfrm>
              <a:off x="7059053" y="3755136"/>
              <a:ext cx="1609344" cy="117348"/>
            </a:xfrm>
            <a:prstGeom prst="rect">
              <a:avLst/>
            </a:prstGeom>
            <a:blipFill>
              <a:blip r:embed="rId5" cstate="print"/>
              <a:stretch>
                <a:fillRect/>
              </a:stretch>
            </a:blipFill>
          </p:spPr>
          <p:txBody>
            <a:bodyPr wrap="square" lIns="0" tIns="0" rIns="0" bIns="0" rtlCol="0"/>
            <a:lstStyle/>
            <a:p>
              <a:endParaRPr/>
            </a:p>
          </p:txBody>
        </p:sp>
        <p:sp>
          <p:nvSpPr>
            <p:cNvPr id="11" name="object 10"/>
            <p:cNvSpPr/>
            <p:nvPr/>
          </p:nvSpPr>
          <p:spPr>
            <a:xfrm>
              <a:off x="7075817" y="3872484"/>
              <a:ext cx="1944611" cy="603503"/>
            </a:xfrm>
            <a:prstGeom prst="rect">
              <a:avLst/>
            </a:prstGeom>
            <a:blipFill>
              <a:blip r:embed="rId6" cstate="print"/>
              <a:stretch>
                <a:fillRect/>
              </a:stretch>
            </a:blipFill>
          </p:spPr>
          <p:txBody>
            <a:bodyPr wrap="square" lIns="0" tIns="0" rIns="0" bIns="0" rtlCol="0"/>
            <a:lstStyle/>
            <a:p>
              <a:endParaRPr/>
            </a:p>
          </p:txBody>
        </p:sp>
        <p:sp>
          <p:nvSpPr>
            <p:cNvPr id="12" name="object 11"/>
            <p:cNvSpPr/>
            <p:nvPr/>
          </p:nvSpPr>
          <p:spPr>
            <a:xfrm>
              <a:off x="7176389" y="4475988"/>
              <a:ext cx="1844039" cy="134112"/>
            </a:xfrm>
            <a:prstGeom prst="rect">
              <a:avLst/>
            </a:prstGeom>
            <a:blipFill>
              <a:blip r:embed="rId7" cstate="print"/>
              <a:stretch>
                <a:fillRect/>
              </a:stretch>
            </a:blipFill>
          </p:spPr>
          <p:txBody>
            <a:bodyPr wrap="square" lIns="0" tIns="0" rIns="0" bIns="0" rtlCol="0"/>
            <a:lstStyle/>
            <a:p>
              <a:endParaRPr/>
            </a:p>
          </p:txBody>
        </p:sp>
        <p:sp>
          <p:nvSpPr>
            <p:cNvPr id="13" name="object 12"/>
            <p:cNvSpPr/>
            <p:nvPr/>
          </p:nvSpPr>
          <p:spPr>
            <a:xfrm>
              <a:off x="7193165" y="4610100"/>
              <a:ext cx="1827276" cy="352044"/>
            </a:xfrm>
            <a:prstGeom prst="rect">
              <a:avLst/>
            </a:prstGeom>
            <a:blipFill>
              <a:blip r:embed="rId8" cstate="print"/>
              <a:stretch>
                <a:fillRect/>
              </a:stretch>
            </a:blipFill>
          </p:spPr>
          <p:txBody>
            <a:bodyPr wrap="square" lIns="0" tIns="0" rIns="0" bIns="0" rtlCol="0"/>
            <a:lstStyle/>
            <a:p>
              <a:endParaRPr/>
            </a:p>
          </p:txBody>
        </p:sp>
        <p:sp>
          <p:nvSpPr>
            <p:cNvPr id="14" name="object 13"/>
            <p:cNvSpPr/>
            <p:nvPr/>
          </p:nvSpPr>
          <p:spPr>
            <a:xfrm>
              <a:off x="7243457" y="4962144"/>
              <a:ext cx="1575816" cy="486155"/>
            </a:xfrm>
            <a:prstGeom prst="rect">
              <a:avLst/>
            </a:prstGeom>
            <a:blipFill>
              <a:blip r:embed="rId9" cstate="print"/>
              <a:stretch>
                <a:fillRect/>
              </a:stretch>
            </a:blipFill>
          </p:spPr>
          <p:txBody>
            <a:bodyPr wrap="square" lIns="0" tIns="0" rIns="0" bIns="0" rtlCol="0"/>
            <a:lstStyle/>
            <a:p>
              <a:endParaRPr/>
            </a:p>
          </p:txBody>
        </p:sp>
        <p:sp>
          <p:nvSpPr>
            <p:cNvPr id="15" name="object 14"/>
            <p:cNvSpPr/>
            <p:nvPr/>
          </p:nvSpPr>
          <p:spPr>
            <a:xfrm>
              <a:off x="7830185" y="5456682"/>
              <a:ext cx="386080" cy="0"/>
            </a:xfrm>
            <a:custGeom>
              <a:avLst/>
              <a:gdLst/>
              <a:ahLst/>
              <a:cxnLst/>
              <a:rect l="l" t="t" r="r" b="b"/>
              <a:pathLst>
                <a:path w="386079">
                  <a:moveTo>
                    <a:pt x="0" y="0"/>
                  </a:moveTo>
                  <a:lnTo>
                    <a:pt x="385572" y="0"/>
                  </a:lnTo>
                </a:path>
              </a:pathLst>
            </a:custGeom>
            <a:ln w="16764">
              <a:solidFill>
                <a:srgbClr val="BEBEBE"/>
              </a:solidFill>
            </a:ln>
          </p:spPr>
          <p:txBody>
            <a:bodyPr wrap="square" lIns="0" tIns="0" rIns="0" bIns="0" rtlCol="0"/>
            <a:lstStyle/>
            <a:p>
              <a:endParaRPr/>
            </a:p>
          </p:txBody>
        </p:sp>
      </p:grpSp>
    </p:spTree>
    <p:extLst>
      <p:ext uri="{BB962C8B-B14F-4D97-AF65-F5344CB8AC3E}">
        <p14:creationId xmlns:p14="http://schemas.microsoft.com/office/powerpoint/2010/main" val="3427799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Recomendaciones</a:t>
            </a:r>
            <a:endParaRPr lang="es-ES" dirty="0"/>
          </a:p>
        </p:txBody>
      </p:sp>
      <p:sp>
        <p:nvSpPr>
          <p:cNvPr id="3" name="Marcador de contenido 2"/>
          <p:cNvSpPr>
            <a:spLocks noGrp="1"/>
          </p:cNvSpPr>
          <p:nvPr>
            <p:ph idx="1"/>
          </p:nvPr>
        </p:nvSpPr>
        <p:spPr>
          <a:xfrm>
            <a:off x="838200" y="1488000"/>
            <a:ext cx="10515600" cy="4351338"/>
          </a:xfrm>
        </p:spPr>
        <p:txBody>
          <a:bodyPr>
            <a:normAutofit fontScale="70000" lnSpcReduction="20000"/>
          </a:bodyPr>
          <a:lstStyle/>
          <a:p>
            <a:pPr marL="277495" marR="5080" indent="-265430">
              <a:lnSpc>
                <a:spcPct val="130300"/>
              </a:lnSpc>
              <a:buClr>
                <a:srgbClr val="FF3300"/>
              </a:buClr>
              <a:buFont typeface="Wingdings"/>
              <a:buChar char=""/>
              <a:tabLst>
                <a:tab pos="277495" algn="l"/>
                <a:tab pos="278130" algn="l"/>
              </a:tabLst>
            </a:pPr>
            <a:r>
              <a:rPr lang="es-ES" spc="100" dirty="0">
                <a:solidFill>
                  <a:schemeClr val="accent6">
                    <a:lumMod val="50000"/>
                  </a:schemeClr>
                </a:solidFill>
                <a:latin typeface="Trebuchet MS"/>
                <a:cs typeface="Trebuchet MS"/>
              </a:rPr>
              <a:t>Integrando </a:t>
            </a:r>
            <a:r>
              <a:rPr lang="es-ES" spc="120" dirty="0">
                <a:solidFill>
                  <a:schemeClr val="accent6">
                    <a:lumMod val="50000"/>
                  </a:schemeClr>
                </a:solidFill>
                <a:latin typeface="Trebuchet MS"/>
                <a:cs typeface="Trebuchet MS"/>
              </a:rPr>
              <a:t>seguridad </a:t>
            </a:r>
            <a:r>
              <a:rPr lang="es-ES" spc="195" dirty="0">
                <a:solidFill>
                  <a:schemeClr val="accent6">
                    <a:lumMod val="50000"/>
                  </a:schemeClr>
                </a:solidFill>
                <a:latin typeface="Trebuchet MS"/>
                <a:cs typeface="Trebuchet MS"/>
              </a:rPr>
              <a:t>a </a:t>
            </a:r>
            <a:r>
              <a:rPr lang="es-ES" spc="35" dirty="0">
                <a:solidFill>
                  <a:schemeClr val="accent6">
                    <a:lumMod val="50000"/>
                  </a:schemeClr>
                </a:solidFill>
                <a:latin typeface="Trebuchet MS"/>
                <a:cs typeface="Trebuchet MS"/>
              </a:rPr>
              <a:t>lo </a:t>
            </a:r>
            <a:r>
              <a:rPr lang="es-ES" spc="120" dirty="0">
                <a:solidFill>
                  <a:schemeClr val="accent6">
                    <a:lumMod val="50000"/>
                  </a:schemeClr>
                </a:solidFill>
                <a:latin typeface="Trebuchet MS"/>
                <a:cs typeface="Trebuchet MS"/>
              </a:rPr>
              <a:t>largo </a:t>
            </a:r>
            <a:r>
              <a:rPr lang="es-ES" spc="25" dirty="0">
                <a:solidFill>
                  <a:schemeClr val="accent6">
                    <a:lumMod val="50000"/>
                  </a:schemeClr>
                </a:solidFill>
                <a:latin typeface="Trebuchet MS"/>
                <a:cs typeface="Trebuchet MS"/>
              </a:rPr>
              <a:t>de </a:t>
            </a:r>
            <a:r>
              <a:rPr lang="es-ES" spc="155" dirty="0">
                <a:solidFill>
                  <a:schemeClr val="accent6">
                    <a:lumMod val="50000"/>
                  </a:schemeClr>
                </a:solidFill>
                <a:latin typeface="Trebuchet MS"/>
                <a:cs typeface="Trebuchet MS"/>
              </a:rPr>
              <a:t>todas las </a:t>
            </a:r>
            <a:r>
              <a:rPr lang="es-ES" spc="135" dirty="0">
                <a:solidFill>
                  <a:schemeClr val="accent6">
                    <a:lumMod val="50000"/>
                  </a:schemeClr>
                </a:solidFill>
                <a:latin typeface="Trebuchet MS"/>
                <a:cs typeface="Trebuchet MS"/>
              </a:rPr>
              <a:t>etapas </a:t>
            </a:r>
            <a:r>
              <a:rPr lang="es-ES" dirty="0">
                <a:solidFill>
                  <a:schemeClr val="accent6">
                    <a:lumMod val="50000"/>
                  </a:schemeClr>
                </a:solidFill>
                <a:latin typeface="Trebuchet MS"/>
                <a:cs typeface="Trebuchet MS"/>
              </a:rPr>
              <a:t>del </a:t>
            </a:r>
            <a:r>
              <a:rPr lang="es-ES" spc="240" dirty="0">
                <a:solidFill>
                  <a:schemeClr val="accent6">
                    <a:lumMod val="50000"/>
                  </a:schemeClr>
                </a:solidFill>
                <a:latin typeface="Trebuchet MS"/>
                <a:cs typeface="Trebuchet MS"/>
              </a:rPr>
              <a:t>SLDC </a:t>
            </a:r>
            <a:r>
              <a:rPr lang="es-ES" spc="145" dirty="0">
                <a:solidFill>
                  <a:schemeClr val="accent6">
                    <a:lumMod val="50000"/>
                  </a:schemeClr>
                </a:solidFill>
                <a:latin typeface="Trebuchet MS"/>
                <a:cs typeface="Trebuchet MS"/>
              </a:rPr>
              <a:t>se  </a:t>
            </a:r>
            <a:r>
              <a:rPr lang="es-ES" spc="150" dirty="0">
                <a:solidFill>
                  <a:schemeClr val="accent6">
                    <a:lumMod val="50000"/>
                  </a:schemeClr>
                </a:solidFill>
                <a:latin typeface="Trebuchet MS"/>
                <a:cs typeface="Trebuchet MS"/>
              </a:rPr>
              <a:t>ahorra </a:t>
            </a:r>
            <a:r>
              <a:rPr lang="es-ES" spc="45" dirty="0">
                <a:solidFill>
                  <a:schemeClr val="accent6">
                    <a:lumMod val="50000"/>
                  </a:schemeClr>
                </a:solidFill>
                <a:latin typeface="Trebuchet MS"/>
                <a:cs typeface="Trebuchet MS"/>
              </a:rPr>
              <a:t>tiempo </a:t>
            </a:r>
            <a:r>
              <a:rPr lang="es-ES" spc="195" dirty="0">
                <a:solidFill>
                  <a:schemeClr val="accent6">
                    <a:lumMod val="50000"/>
                  </a:schemeClr>
                </a:solidFill>
                <a:latin typeface="Trebuchet MS"/>
                <a:cs typeface="Trebuchet MS"/>
              </a:rPr>
              <a:t>y</a:t>
            </a:r>
            <a:r>
              <a:rPr lang="es-ES" spc="265" dirty="0">
                <a:solidFill>
                  <a:schemeClr val="accent6">
                    <a:lumMod val="50000"/>
                  </a:schemeClr>
                </a:solidFill>
                <a:latin typeface="Trebuchet MS"/>
                <a:cs typeface="Trebuchet MS"/>
              </a:rPr>
              <a:t> </a:t>
            </a:r>
            <a:r>
              <a:rPr lang="es-ES" spc="10" dirty="0">
                <a:solidFill>
                  <a:schemeClr val="accent6">
                    <a:lumMod val="50000"/>
                  </a:schemeClr>
                </a:solidFill>
                <a:latin typeface="Trebuchet MS"/>
                <a:cs typeface="Trebuchet MS"/>
              </a:rPr>
              <a:t>dinero.</a:t>
            </a:r>
            <a:endParaRPr lang="es-ES" dirty="0">
              <a:solidFill>
                <a:schemeClr val="accent6">
                  <a:lumMod val="50000"/>
                </a:schemeClr>
              </a:solidFill>
              <a:latin typeface="Trebuchet MS"/>
              <a:cs typeface="Trebuchet MS"/>
            </a:endParaRPr>
          </a:p>
          <a:p>
            <a:pPr>
              <a:lnSpc>
                <a:spcPct val="100000"/>
              </a:lnSpc>
              <a:spcBef>
                <a:spcPts val="20"/>
              </a:spcBef>
              <a:buClr>
                <a:srgbClr val="FF3300"/>
              </a:buClr>
              <a:buFont typeface="Wingdings"/>
              <a:buChar char=""/>
            </a:pPr>
            <a:endParaRPr lang="es-ES" sz="3600" dirty="0">
              <a:solidFill>
                <a:schemeClr val="accent6">
                  <a:lumMod val="50000"/>
                </a:schemeClr>
              </a:solidFill>
              <a:latin typeface="Trebuchet MS"/>
              <a:cs typeface="Trebuchet MS"/>
            </a:endParaRPr>
          </a:p>
          <a:p>
            <a:pPr marL="277495" marR="6350" indent="-265430">
              <a:lnSpc>
                <a:spcPct val="130300"/>
              </a:lnSpc>
              <a:buClr>
                <a:srgbClr val="FF3300"/>
              </a:buClr>
              <a:buFont typeface="Wingdings"/>
              <a:buChar char=""/>
              <a:tabLst>
                <a:tab pos="277495" algn="l"/>
                <a:tab pos="278130" algn="l"/>
                <a:tab pos="687705" algn="l"/>
                <a:tab pos="1900555" algn="l"/>
                <a:tab pos="2741930" algn="l"/>
                <a:tab pos="3136265" algn="l"/>
                <a:tab pos="3672204" algn="l"/>
                <a:tab pos="4053204" algn="l"/>
                <a:tab pos="5180965" algn="l"/>
                <a:tab pos="5974715" algn="l"/>
                <a:tab pos="6293485" algn="l"/>
                <a:tab pos="7399655" algn="l"/>
                <a:tab pos="7797800" algn="l"/>
              </a:tabLst>
            </a:pPr>
            <a:r>
              <a:rPr lang="es-ES" spc="135" dirty="0">
                <a:solidFill>
                  <a:schemeClr val="accent6">
                    <a:lumMod val="50000"/>
                  </a:schemeClr>
                </a:solidFill>
                <a:latin typeface="Trebuchet MS"/>
                <a:cs typeface="Trebuchet MS"/>
              </a:rPr>
              <a:t>L</a:t>
            </a:r>
            <a:r>
              <a:rPr lang="es-ES" spc="145" dirty="0">
                <a:solidFill>
                  <a:schemeClr val="accent6">
                    <a:lumMod val="50000"/>
                  </a:schemeClr>
                </a:solidFill>
                <a:latin typeface="Trebuchet MS"/>
                <a:cs typeface="Trebuchet MS"/>
              </a:rPr>
              <a:t>a</a:t>
            </a:r>
            <a:r>
              <a:rPr lang="es-ES" dirty="0">
                <a:solidFill>
                  <a:schemeClr val="accent6">
                    <a:lumMod val="50000"/>
                  </a:schemeClr>
                </a:solidFill>
                <a:latin typeface="Trebuchet MS"/>
                <a:cs typeface="Trebuchet MS"/>
              </a:rPr>
              <a:t>	</a:t>
            </a:r>
            <a:r>
              <a:rPr lang="es-ES" spc="45" dirty="0">
                <a:solidFill>
                  <a:schemeClr val="accent6">
                    <a:lumMod val="50000"/>
                  </a:schemeClr>
                </a:solidFill>
                <a:latin typeface="Trebuchet MS"/>
                <a:cs typeface="Trebuchet MS"/>
              </a:rPr>
              <a:t>tendenci</a:t>
            </a:r>
            <a:r>
              <a:rPr lang="es-ES" spc="55" dirty="0">
                <a:solidFill>
                  <a:schemeClr val="accent6">
                    <a:lumMod val="50000"/>
                  </a:schemeClr>
                </a:solidFill>
                <a:latin typeface="Trebuchet MS"/>
                <a:cs typeface="Trebuchet MS"/>
              </a:rPr>
              <a:t>a</a:t>
            </a:r>
            <a:r>
              <a:rPr lang="es-ES" dirty="0">
                <a:solidFill>
                  <a:schemeClr val="accent6">
                    <a:lumMod val="50000"/>
                  </a:schemeClr>
                </a:solidFill>
                <a:latin typeface="Trebuchet MS"/>
                <a:cs typeface="Trebuchet MS"/>
              </a:rPr>
              <a:t>	</a:t>
            </a:r>
            <a:r>
              <a:rPr lang="es-ES" spc="85" dirty="0">
                <a:solidFill>
                  <a:schemeClr val="accent6">
                    <a:lumMod val="50000"/>
                  </a:schemeClr>
                </a:solidFill>
                <a:latin typeface="Trebuchet MS"/>
                <a:cs typeface="Trebuchet MS"/>
              </a:rPr>
              <a:t>actual</a:t>
            </a:r>
            <a:r>
              <a:rPr lang="es-ES" dirty="0">
                <a:solidFill>
                  <a:schemeClr val="accent6">
                    <a:lumMod val="50000"/>
                  </a:schemeClr>
                </a:solidFill>
                <a:latin typeface="Trebuchet MS"/>
                <a:cs typeface="Trebuchet MS"/>
              </a:rPr>
              <a:t>	</a:t>
            </a:r>
            <a:r>
              <a:rPr lang="es-ES" spc="150" dirty="0">
                <a:solidFill>
                  <a:schemeClr val="accent6">
                    <a:lumMod val="50000"/>
                  </a:schemeClr>
                </a:solidFill>
                <a:latin typeface="Trebuchet MS"/>
                <a:cs typeface="Trebuchet MS"/>
              </a:rPr>
              <a:t>es</a:t>
            </a:r>
            <a:r>
              <a:rPr lang="es-ES" dirty="0">
                <a:solidFill>
                  <a:schemeClr val="accent6">
                    <a:lumMod val="50000"/>
                  </a:schemeClr>
                </a:solidFill>
                <a:latin typeface="Trebuchet MS"/>
                <a:cs typeface="Trebuchet MS"/>
              </a:rPr>
              <a:t>	</a:t>
            </a:r>
            <a:r>
              <a:rPr lang="es-ES" spc="50" dirty="0">
                <a:solidFill>
                  <a:schemeClr val="accent6">
                    <a:lumMod val="50000"/>
                  </a:schemeClr>
                </a:solidFill>
                <a:latin typeface="Trebuchet MS"/>
                <a:cs typeface="Trebuchet MS"/>
              </a:rPr>
              <a:t>que</a:t>
            </a:r>
            <a:r>
              <a:rPr lang="es-ES" dirty="0">
                <a:solidFill>
                  <a:schemeClr val="accent6">
                    <a:lumMod val="50000"/>
                  </a:schemeClr>
                </a:solidFill>
                <a:latin typeface="Trebuchet MS"/>
                <a:cs typeface="Trebuchet MS"/>
              </a:rPr>
              <a:t>	</a:t>
            </a:r>
            <a:r>
              <a:rPr lang="es-ES" spc="270" dirty="0">
                <a:solidFill>
                  <a:schemeClr val="accent6">
                    <a:lumMod val="50000"/>
                  </a:schemeClr>
                </a:solidFill>
                <a:latin typeface="Trebuchet MS"/>
                <a:cs typeface="Trebuchet MS"/>
              </a:rPr>
              <a:t>SI</a:t>
            </a:r>
            <a:r>
              <a:rPr lang="es-ES" dirty="0">
                <a:solidFill>
                  <a:schemeClr val="accent6">
                    <a:lumMod val="50000"/>
                  </a:schemeClr>
                </a:solidFill>
                <a:latin typeface="Trebuchet MS"/>
                <a:cs typeface="Trebuchet MS"/>
              </a:rPr>
              <a:t>	</a:t>
            </a:r>
            <a:r>
              <a:rPr lang="es-ES" spc="145" dirty="0">
                <a:solidFill>
                  <a:schemeClr val="accent6">
                    <a:lumMod val="50000"/>
                  </a:schemeClr>
                </a:solidFill>
                <a:latin typeface="Trebuchet MS"/>
                <a:cs typeface="Trebuchet MS"/>
              </a:rPr>
              <a:t>p</a:t>
            </a:r>
            <a:r>
              <a:rPr lang="es-ES" spc="140" dirty="0">
                <a:solidFill>
                  <a:schemeClr val="accent6">
                    <a:lumMod val="50000"/>
                  </a:schemeClr>
                </a:solidFill>
                <a:latin typeface="Trebuchet MS"/>
                <a:cs typeface="Trebuchet MS"/>
              </a:rPr>
              <a:t>a</a:t>
            </a:r>
            <a:r>
              <a:rPr lang="es-ES" spc="30" dirty="0">
                <a:solidFill>
                  <a:schemeClr val="accent6">
                    <a:lumMod val="50000"/>
                  </a:schemeClr>
                </a:solidFill>
                <a:latin typeface="Trebuchet MS"/>
                <a:cs typeface="Trebuchet MS"/>
              </a:rPr>
              <a:t>rticipe</a:t>
            </a:r>
            <a:r>
              <a:rPr lang="es-ES" dirty="0">
                <a:solidFill>
                  <a:schemeClr val="accent6">
                    <a:lumMod val="50000"/>
                  </a:schemeClr>
                </a:solidFill>
                <a:latin typeface="Trebuchet MS"/>
                <a:cs typeface="Trebuchet MS"/>
              </a:rPr>
              <a:t>	</a:t>
            </a:r>
            <a:r>
              <a:rPr lang="es-ES" spc="90" dirty="0">
                <a:solidFill>
                  <a:schemeClr val="accent6">
                    <a:lumMod val="50000"/>
                  </a:schemeClr>
                </a:solidFill>
                <a:latin typeface="Trebuchet MS"/>
                <a:cs typeface="Trebuchet MS"/>
              </a:rPr>
              <a:t>desde</a:t>
            </a:r>
            <a:r>
              <a:rPr lang="es-ES" dirty="0">
                <a:solidFill>
                  <a:schemeClr val="accent6">
                    <a:lumMod val="50000"/>
                  </a:schemeClr>
                </a:solidFill>
                <a:latin typeface="Trebuchet MS"/>
                <a:cs typeface="Trebuchet MS"/>
              </a:rPr>
              <a:t>	</a:t>
            </a:r>
            <a:r>
              <a:rPr lang="es-ES" spc="-50" dirty="0">
                <a:solidFill>
                  <a:schemeClr val="accent6">
                    <a:lumMod val="50000"/>
                  </a:schemeClr>
                </a:solidFill>
                <a:latin typeface="Trebuchet MS"/>
                <a:cs typeface="Trebuchet MS"/>
              </a:rPr>
              <a:t>el</a:t>
            </a:r>
            <a:r>
              <a:rPr lang="es-ES" dirty="0">
                <a:solidFill>
                  <a:schemeClr val="accent6">
                    <a:lumMod val="50000"/>
                  </a:schemeClr>
                </a:solidFill>
                <a:latin typeface="Trebuchet MS"/>
                <a:cs typeface="Trebuchet MS"/>
              </a:rPr>
              <a:t>	</a:t>
            </a:r>
            <a:r>
              <a:rPr lang="es-ES" spc="55" dirty="0">
                <a:solidFill>
                  <a:schemeClr val="accent6">
                    <a:lumMod val="50000"/>
                  </a:schemeClr>
                </a:solidFill>
                <a:latin typeface="Trebuchet MS"/>
                <a:cs typeface="Trebuchet MS"/>
              </a:rPr>
              <a:t>principio</a:t>
            </a:r>
            <a:r>
              <a:rPr lang="es-ES" dirty="0">
                <a:solidFill>
                  <a:schemeClr val="accent6">
                    <a:lumMod val="50000"/>
                  </a:schemeClr>
                </a:solidFill>
                <a:latin typeface="Trebuchet MS"/>
                <a:cs typeface="Trebuchet MS"/>
              </a:rPr>
              <a:t>	</a:t>
            </a:r>
            <a:r>
              <a:rPr lang="es-ES" spc="25" dirty="0">
                <a:solidFill>
                  <a:schemeClr val="accent6">
                    <a:lumMod val="50000"/>
                  </a:schemeClr>
                </a:solidFill>
                <a:latin typeface="Trebuchet MS"/>
                <a:cs typeface="Trebuchet MS"/>
              </a:rPr>
              <a:t>de</a:t>
            </a:r>
            <a:r>
              <a:rPr lang="es-ES" dirty="0">
                <a:solidFill>
                  <a:schemeClr val="accent6">
                    <a:lumMod val="50000"/>
                  </a:schemeClr>
                </a:solidFill>
                <a:latin typeface="Trebuchet MS"/>
                <a:cs typeface="Trebuchet MS"/>
              </a:rPr>
              <a:t>	</a:t>
            </a:r>
            <a:r>
              <a:rPr lang="es-ES" spc="120" dirty="0">
                <a:solidFill>
                  <a:schemeClr val="accent6">
                    <a:lumMod val="50000"/>
                  </a:schemeClr>
                </a:solidFill>
                <a:latin typeface="Trebuchet MS"/>
                <a:cs typeface="Trebuchet MS"/>
              </a:rPr>
              <a:t>los  proyectos </a:t>
            </a:r>
            <a:r>
              <a:rPr lang="es-ES" spc="25" dirty="0">
                <a:solidFill>
                  <a:schemeClr val="accent6">
                    <a:lumMod val="50000"/>
                  </a:schemeClr>
                </a:solidFill>
                <a:latin typeface="Trebuchet MS"/>
                <a:cs typeface="Trebuchet MS"/>
              </a:rPr>
              <a:t>de</a:t>
            </a:r>
            <a:r>
              <a:rPr lang="es-ES" spc="190" dirty="0">
                <a:solidFill>
                  <a:schemeClr val="accent6">
                    <a:lumMod val="50000"/>
                  </a:schemeClr>
                </a:solidFill>
                <a:latin typeface="Trebuchet MS"/>
                <a:cs typeface="Trebuchet MS"/>
              </a:rPr>
              <a:t> </a:t>
            </a:r>
            <a:r>
              <a:rPr lang="es-ES" spc="65" dirty="0">
                <a:solidFill>
                  <a:schemeClr val="accent6">
                    <a:lumMod val="50000"/>
                  </a:schemeClr>
                </a:solidFill>
                <a:latin typeface="Trebuchet MS"/>
                <a:cs typeface="Trebuchet MS"/>
              </a:rPr>
              <a:t>desarrollo.</a:t>
            </a:r>
            <a:endParaRPr lang="es-ES" dirty="0">
              <a:solidFill>
                <a:schemeClr val="accent6">
                  <a:lumMod val="50000"/>
                </a:schemeClr>
              </a:solidFill>
              <a:latin typeface="Trebuchet MS"/>
              <a:cs typeface="Trebuchet MS"/>
            </a:endParaRPr>
          </a:p>
          <a:p>
            <a:pPr>
              <a:lnSpc>
                <a:spcPct val="100000"/>
              </a:lnSpc>
              <a:spcBef>
                <a:spcPts val="20"/>
              </a:spcBef>
              <a:buClr>
                <a:srgbClr val="FF3300"/>
              </a:buClr>
              <a:buFont typeface="Wingdings"/>
              <a:buChar char=""/>
            </a:pPr>
            <a:endParaRPr lang="es-ES" sz="3600" dirty="0">
              <a:solidFill>
                <a:schemeClr val="accent6">
                  <a:lumMod val="50000"/>
                </a:schemeClr>
              </a:solidFill>
              <a:latin typeface="Trebuchet MS"/>
              <a:cs typeface="Trebuchet MS"/>
            </a:endParaRPr>
          </a:p>
          <a:p>
            <a:pPr marL="277495" marR="5715" indent="-265430">
              <a:lnSpc>
                <a:spcPct val="130300"/>
              </a:lnSpc>
              <a:buClr>
                <a:srgbClr val="FF3300"/>
              </a:buClr>
              <a:buFont typeface="Wingdings"/>
              <a:buChar char=""/>
              <a:tabLst>
                <a:tab pos="277495" algn="l"/>
                <a:tab pos="278130" algn="l"/>
                <a:tab pos="725805" algn="l"/>
                <a:tab pos="1837689" algn="l"/>
                <a:tab pos="2273300" algn="l"/>
                <a:tab pos="2790190" algn="l"/>
                <a:tab pos="4815840" algn="l"/>
                <a:tab pos="5268595" algn="l"/>
                <a:tab pos="5701030" algn="l"/>
                <a:tab pos="6535420" algn="l"/>
                <a:tab pos="6856730" algn="l"/>
                <a:tab pos="7873365" algn="l"/>
              </a:tabLst>
            </a:pPr>
            <a:r>
              <a:rPr lang="es-ES" spc="135" dirty="0">
                <a:solidFill>
                  <a:schemeClr val="accent6">
                    <a:lumMod val="50000"/>
                  </a:schemeClr>
                </a:solidFill>
                <a:latin typeface="Trebuchet MS"/>
                <a:cs typeface="Trebuchet MS"/>
              </a:rPr>
              <a:t>L</a:t>
            </a:r>
            <a:r>
              <a:rPr lang="es-ES" spc="145" dirty="0">
                <a:solidFill>
                  <a:schemeClr val="accent6">
                    <a:lumMod val="50000"/>
                  </a:schemeClr>
                </a:solidFill>
                <a:latin typeface="Trebuchet MS"/>
                <a:cs typeface="Trebuchet MS"/>
              </a:rPr>
              <a:t>a</a:t>
            </a:r>
            <a:r>
              <a:rPr lang="es-ES" dirty="0">
                <a:solidFill>
                  <a:schemeClr val="accent6">
                    <a:lumMod val="50000"/>
                  </a:schemeClr>
                </a:solidFill>
                <a:latin typeface="Trebuchet MS"/>
                <a:cs typeface="Trebuchet MS"/>
              </a:rPr>
              <a:t>	</a:t>
            </a:r>
            <a:r>
              <a:rPr lang="es-ES" spc="130" dirty="0">
                <a:solidFill>
                  <a:schemeClr val="accent6">
                    <a:lumMod val="50000"/>
                  </a:schemeClr>
                </a:solidFill>
                <a:latin typeface="Trebuchet MS"/>
                <a:cs typeface="Trebuchet MS"/>
              </a:rPr>
              <a:t>mayoría</a:t>
            </a:r>
            <a:r>
              <a:rPr lang="es-ES" dirty="0">
                <a:solidFill>
                  <a:schemeClr val="accent6">
                    <a:lumMod val="50000"/>
                  </a:schemeClr>
                </a:solidFill>
                <a:latin typeface="Trebuchet MS"/>
                <a:cs typeface="Trebuchet MS"/>
              </a:rPr>
              <a:t>	</a:t>
            </a:r>
            <a:r>
              <a:rPr lang="es-ES" spc="25" dirty="0">
                <a:solidFill>
                  <a:schemeClr val="accent6">
                    <a:lumMod val="50000"/>
                  </a:schemeClr>
                </a:solidFill>
                <a:latin typeface="Trebuchet MS"/>
                <a:cs typeface="Trebuchet MS"/>
              </a:rPr>
              <a:t>de</a:t>
            </a:r>
            <a:r>
              <a:rPr lang="es-ES" dirty="0">
                <a:solidFill>
                  <a:schemeClr val="accent6">
                    <a:lumMod val="50000"/>
                  </a:schemeClr>
                </a:solidFill>
                <a:latin typeface="Trebuchet MS"/>
                <a:cs typeface="Trebuchet MS"/>
              </a:rPr>
              <a:t>	</a:t>
            </a:r>
            <a:r>
              <a:rPr lang="es-ES" spc="155" dirty="0">
                <a:solidFill>
                  <a:schemeClr val="accent6">
                    <a:lumMod val="50000"/>
                  </a:schemeClr>
                </a:solidFill>
                <a:latin typeface="Trebuchet MS"/>
                <a:cs typeface="Trebuchet MS"/>
              </a:rPr>
              <a:t>las</a:t>
            </a:r>
            <a:r>
              <a:rPr lang="es-ES" dirty="0">
                <a:solidFill>
                  <a:schemeClr val="accent6">
                    <a:lumMod val="50000"/>
                  </a:schemeClr>
                </a:solidFill>
                <a:latin typeface="Trebuchet MS"/>
                <a:cs typeface="Trebuchet MS"/>
              </a:rPr>
              <a:t>	</a:t>
            </a:r>
            <a:r>
              <a:rPr lang="es-ES" spc="70" dirty="0">
                <a:solidFill>
                  <a:schemeClr val="accent6">
                    <a:lumMod val="50000"/>
                  </a:schemeClr>
                </a:solidFill>
                <a:latin typeface="Trebuchet MS"/>
                <a:cs typeface="Trebuchet MS"/>
              </a:rPr>
              <a:t>vulnerabilida</a:t>
            </a:r>
            <a:r>
              <a:rPr lang="es-ES" spc="130" dirty="0">
                <a:solidFill>
                  <a:schemeClr val="accent6">
                    <a:lumMod val="50000"/>
                  </a:schemeClr>
                </a:solidFill>
                <a:latin typeface="Trebuchet MS"/>
                <a:cs typeface="Trebuchet MS"/>
              </a:rPr>
              <a:t>des</a:t>
            </a:r>
            <a:r>
              <a:rPr lang="es-ES" dirty="0">
                <a:solidFill>
                  <a:schemeClr val="accent6">
                    <a:lumMod val="50000"/>
                  </a:schemeClr>
                </a:solidFill>
                <a:latin typeface="Trebuchet MS"/>
                <a:cs typeface="Trebuchet MS"/>
              </a:rPr>
              <a:t>	</a:t>
            </a:r>
            <a:r>
              <a:rPr lang="es-ES" spc="110" dirty="0">
                <a:solidFill>
                  <a:schemeClr val="accent6">
                    <a:lumMod val="50000"/>
                  </a:schemeClr>
                </a:solidFill>
                <a:latin typeface="Trebuchet MS"/>
                <a:cs typeface="Trebuchet MS"/>
              </a:rPr>
              <a:t>no</a:t>
            </a:r>
            <a:r>
              <a:rPr lang="es-ES" dirty="0">
                <a:solidFill>
                  <a:schemeClr val="accent6">
                    <a:lumMod val="50000"/>
                  </a:schemeClr>
                </a:solidFill>
                <a:latin typeface="Trebuchet MS"/>
                <a:cs typeface="Trebuchet MS"/>
              </a:rPr>
              <a:t>	</a:t>
            </a:r>
            <a:r>
              <a:rPr lang="es-ES" spc="150" dirty="0">
                <a:solidFill>
                  <a:schemeClr val="accent6">
                    <a:lumMod val="50000"/>
                  </a:schemeClr>
                </a:solidFill>
                <a:latin typeface="Trebuchet MS"/>
                <a:cs typeface="Trebuchet MS"/>
              </a:rPr>
              <a:t>se</a:t>
            </a:r>
            <a:r>
              <a:rPr lang="es-ES" dirty="0">
                <a:solidFill>
                  <a:schemeClr val="accent6">
                    <a:lumMod val="50000"/>
                  </a:schemeClr>
                </a:solidFill>
                <a:latin typeface="Trebuchet MS"/>
                <a:cs typeface="Trebuchet MS"/>
              </a:rPr>
              <a:t>	</a:t>
            </a:r>
            <a:r>
              <a:rPr lang="es-ES" spc="40" dirty="0">
                <a:solidFill>
                  <a:schemeClr val="accent6">
                    <a:lumMod val="50000"/>
                  </a:schemeClr>
                </a:solidFill>
                <a:latin typeface="Trebuchet MS"/>
                <a:cs typeface="Trebuchet MS"/>
              </a:rPr>
              <a:t>deben</a:t>
            </a:r>
            <a:r>
              <a:rPr lang="es-ES" dirty="0">
                <a:solidFill>
                  <a:schemeClr val="accent6">
                    <a:lumMod val="50000"/>
                  </a:schemeClr>
                </a:solidFill>
                <a:latin typeface="Trebuchet MS"/>
                <a:cs typeface="Trebuchet MS"/>
              </a:rPr>
              <a:t>	</a:t>
            </a:r>
            <a:r>
              <a:rPr lang="es-ES" spc="195" dirty="0">
                <a:solidFill>
                  <a:schemeClr val="accent6">
                    <a:lumMod val="50000"/>
                  </a:schemeClr>
                </a:solidFill>
                <a:latin typeface="Trebuchet MS"/>
                <a:cs typeface="Trebuchet MS"/>
              </a:rPr>
              <a:t>a</a:t>
            </a:r>
            <a:r>
              <a:rPr lang="es-ES" dirty="0">
                <a:solidFill>
                  <a:schemeClr val="accent6">
                    <a:lumMod val="50000"/>
                  </a:schemeClr>
                </a:solidFill>
                <a:latin typeface="Trebuchet MS"/>
                <a:cs typeface="Trebuchet MS"/>
              </a:rPr>
              <a:t>	</a:t>
            </a:r>
            <a:r>
              <a:rPr lang="es-ES" spc="120" dirty="0">
                <a:solidFill>
                  <a:schemeClr val="accent6">
                    <a:lumMod val="50000"/>
                  </a:schemeClr>
                </a:solidFill>
                <a:latin typeface="Trebuchet MS"/>
                <a:cs typeface="Trebuchet MS"/>
              </a:rPr>
              <a:t>errores</a:t>
            </a:r>
            <a:r>
              <a:rPr lang="es-ES" dirty="0">
                <a:solidFill>
                  <a:schemeClr val="accent6">
                    <a:lumMod val="50000"/>
                  </a:schemeClr>
                </a:solidFill>
                <a:latin typeface="Trebuchet MS"/>
                <a:cs typeface="Trebuchet MS"/>
              </a:rPr>
              <a:t>	</a:t>
            </a:r>
            <a:r>
              <a:rPr lang="es-ES" spc="20" dirty="0">
                <a:solidFill>
                  <a:schemeClr val="accent6">
                    <a:lumMod val="50000"/>
                  </a:schemeClr>
                </a:solidFill>
                <a:latin typeface="Trebuchet MS"/>
                <a:cs typeface="Trebuchet MS"/>
              </a:rPr>
              <a:t>de  </a:t>
            </a:r>
            <a:r>
              <a:rPr lang="es-ES" spc="30" dirty="0">
                <a:solidFill>
                  <a:schemeClr val="accent6">
                    <a:lumMod val="50000"/>
                  </a:schemeClr>
                </a:solidFill>
                <a:latin typeface="Trebuchet MS"/>
                <a:cs typeface="Trebuchet MS"/>
              </a:rPr>
              <a:t>codificación, </a:t>
            </a:r>
            <a:r>
              <a:rPr lang="es-ES" spc="130" dirty="0">
                <a:solidFill>
                  <a:schemeClr val="accent6">
                    <a:lumMod val="50000"/>
                  </a:schemeClr>
                </a:solidFill>
                <a:latin typeface="Trebuchet MS"/>
                <a:cs typeface="Trebuchet MS"/>
              </a:rPr>
              <a:t>sino </a:t>
            </a:r>
            <a:r>
              <a:rPr lang="es-ES" spc="195" dirty="0">
                <a:solidFill>
                  <a:schemeClr val="accent6">
                    <a:lumMod val="50000"/>
                  </a:schemeClr>
                </a:solidFill>
                <a:latin typeface="Trebuchet MS"/>
                <a:cs typeface="Trebuchet MS"/>
              </a:rPr>
              <a:t>a </a:t>
            </a:r>
            <a:r>
              <a:rPr lang="es-ES" spc="75" dirty="0">
                <a:solidFill>
                  <a:schemeClr val="accent6">
                    <a:lumMod val="50000"/>
                  </a:schemeClr>
                </a:solidFill>
                <a:latin typeface="Trebuchet MS"/>
                <a:cs typeface="Trebuchet MS"/>
              </a:rPr>
              <a:t>defectos </a:t>
            </a:r>
            <a:r>
              <a:rPr lang="es-ES" spc="25" dirty="0">
                <a:solidFill>
                  <a:schemeClr val="accent6">
                    <a:lumMod val="50000"/>
                  </a:schemeClr>
                </a:solidFill>
                <a:latin typeface="Trebuchet MS"/>
                <a:cs typeface="Trebuchet MS"/>
              </a:rPr>
              <a:t>de</a:t>
            </a:r>
            <a:r>
              <a:rPr lang="es-ES" spc="345" dirty="0">
                <a:solidFill>
                  <a:schemeClr val="accent6">
                    <a:lumMod val="50000"/>
                  </a:schemeClr>
                </a:solidFill>
                <a:latin typeface="Trebuchet MS"/>
                <a:cs typeface="Trebuchet MS"/>
              </a:rPr>
              <a:t> </a:t>
            </a:r>
            <a:r>
              <a:rPr lang="es-ES" spc="40" dirty="0">
                <a:solidFill>
                  <a:schemeClr val="accent6">
                    <a:lumMod val="50000"/>
                  </a:schemeClr>
                </a:solidFill>
                <a:latin typeface="Trebuchet MS"/>
                <a:cs typeface="Trebuchet MS"/>
              </a:rPr>
              <a:t>diseño.</a:t>
            </a:r>
            <a:endParaRPr lang="es-ES" dirty="0">
              <a:solidFill>
                <a:schemeClr val="accent6">
                  <a:lumMod val="50000"/>
                </a:schemeClr>
              </a:solidFill>
              <a:latin typeface="Trebuchet MS"/>
              <a:cs typeface="Trebuchet MS"/>
            </a:endParaRPr>
          </a:p>
          <a:p>
            <a:pPr>
              <a:lnSpc>
                <a:spcPct val="100000"/>
              </a:lnSpc>
              <a:spcBef>
                <a:spcPts val="35"/>
              </a:spcBef>
              <a:buClr>
                <a:srgbClr val="FF3300"/>
              </a:buClr>
              <a:buFont typeface="Wingdings"/>
              <a:buChar char=""/>
            </a:pPr>
            <a:endParaRPr lang="es-ES" sz="3600" dirty="0">
              <a:solidFill>
                <a:schemeClr val="accent6">
                  <a:lumMod val="50000"/>
                </a:schemeClr>
              </a:solidFill>
              <a:latin typeface="Trebuchet MS"/>
              <a:cs typeface="Trebuchet MS"/>
            </a:endParaRPr>
          </a:p>
          <a:p>
            <a:pPr marL="277495" marR="5080" indent="-265430">
              <a:lnSpc>
                <a:spcPct val="130000"/>
              </a:lnSpc>
              <a:buClr>
                <a:srgbClr val="FF3300"/>
              </a:buClr>
              <a:buFont typeface="Wingdings"/>
              <a:buChar char=""/>
              <a:tabLst>
                <a:tab pos="277495" algn="l"/>
                <a:tab pos="278130" algn="l"/>
                <a:tab pos="1304925" algn="l"/>
                <a:tab pos="2318385" algn="l"/>
                <a:tab pos="3585210" algn="l"/>
                <a:tab pos="3917950" algn="l"/>
                <a:tab pos="5046980" algn="l"/>
                <a:tab pos="6492875" algn="l"/>
                <a:tab pos="7225665" algn="l"/>
              </a:tabLst>
            </a:pPr>
            <a:r>
              <a:rPr lang="es-ES" spc="105" dirty="0">
                <a:solidFill>
                  <a:schemeClr val="accent6">
                    <a:lumMod val="50000"/>
                  </a:schemeClr>
                </a:solidFill>
                <a:latin typeface="Trebuchet MS"/>
                <a:cs typeface="Trebuchet MS"/>
              </a:rPr>
              <a:t>Existen	</a:t>
            </a:r>
            <a:r>
              <a:rPr lang="es-ES" spc="130" dirty="0">
                <a:solidFill>
                  <a:schemeClr val="accent6">
                    <a:lumMod val="50000"/>
                  </a:schemeClr>
                </a:solidFill>
                <a:latin typeface="Trebuchet MS"/>
                <a:cs typeface="Trebuchet MS"/>
              </a:rPr>
              <a:t>buenas	</a:t>
            </a:r>
            <a:r>
              <a:rPr lang="es-ES" spc="120" dirty="0">
                <a:solidFill>
                  <a:schemeClr val="accent6">
                    <a:lumMod val="50000"/>
                  </a:schemeClr>
                </a:solidFill>
                <a:latin typeface="Trebuchet MS"/>
                <a:cs typeface="Trebuchet MS"/>
              </a:rPr>
              <a:t>prácticas	</a:t>
            </a:r>
            <a:r>
              <a:rPr lang="es-ES" spc="195" dirty="0">
                <a:solidFill>
                  <a:schemeClr val="accent6">
                    <a:lumMod val="50000"/>
                  </a:schemeClr>
                </a:solidFill>
                <a:latin typeface="Trebuchet MS"/>
                <a:cs typeface="Trebuchet MS"/>
              </a:rPr>
              <a:t>y	</a:t>
            </a:r>
            <a:r>
              <a:rPr lang="es-ES" spc="25" dirty="0">
                <a:solidFill>
                  <a:schemeClr val="accent6">
                    <a:lumMod val="50000"/>
                  </a:schemeClr>
                </a:solidFill>
                <a:latin typeface="Trebuchet MS"/>
                <a:cs typeface="Trebuchet MS"/>
              </a:rPr>
              <a:t>técni</a:t>
            </a:r>
            <a:r>
              <a:rPr lang="es-ES" spc="15" dirty="0">
                <a:solidFill>
                  <a:schemeClr val="accent6">
                    <a:lumMod val="50000"/>
                  </a:schemeClr>
                </a:solidFill>
                <a:latin typeface="Trebuchet MS"/>
                <a:cs typeface="Trebuchet MS"/>
              </a:rPr>
              <a:t>c</a:t>
            </a:r>
            <a:r>
              <a:rPr lang="es-ES" spc="265" dirty="0">
                <a:solidFill>
                  <a:schemeClr val="accent6">
                    <a:lumMod val="50000"/>
                  </a:schemeClr>
                </a:solidFill>
                <a:latin typeface="Trebuchet MS"/>
                <a:cs typeface="Trebuchet MS"/>
              </a:rPr>
              <a:t>as</a:t>
            </a:r>
            <a:r>
              <a:rPr lang="es-ES" dirty="0">
                <a:solidFill>
                  <a:schemeClr val="accent6">
                    <a:lumMod val="50000"/>
                  </a:schemeClr>
                </a:solidFill>
                <a:latin typeface="Trebuchet MS"/>
                <a:cs typeface="Trebuchet MS"/>
              </a:rPr>
              <a:t>	</a:t>
            </a:r>
            <a:r>
              <a:rPr lang="es-ES" spc="90" dirty="0">
                <a:solidFill>
                  <a:schemeClr val="accent6">
                    <a:lumMod val="50000"/>
                  </a:schemeClr>
                </a:solidFill>
                <a:latin typeface="Trebuchet MS"/>
                <a:cs typeface="Trebuchet MS"/>
              </a:rPr>
              <a:t>específicas</a:t>
            </a:r>
            <a:r>
              <a:rPr lang="es-ES" dirty="0">
                <a:solidFill>
                  <a:schemeClr val="accent6">
                    <a:lumMod val="50000"/>
                  </a:schemeClr>
                </a:solidFill>
                <a:latin typeface="Trebuchet MS"/>
                <a:cs typeface="Trebuchet MS"/>
              </a:rPr>
              <a:t>	</a:t>
            </a:r>
            <a:r>
              <a:rPr lang="es-ES" spc="155" dirty="0">
                <a:solidFill>
                  <a:schemeClr val="accent6">
                    <a:lumMod val="50000"/>
                  </a:schemeClr>
                </a:solidFill>
                <a:latin typeface="Trebuchet MS"/>
                <a:cs typeface="Trebuchet MS"/>
              </a:rPr>
              <a:t>para</a:t>
            </a:r>
            <a:r>
              <a:rPr lang="es-ES" dirty="0">
                <a:solidFill>
                  <a:schemeClr val="accent6">
                    <a:lumMod val="50000"/>
                  </a:schemeClr>
                </a:solidFill>
                <a:latin typeface="Trebuchet MS"/>
                <a:cs typeface="Trebuchet MS"/>
              </a:rPr>
              <a:t>	</a:t>
            </a:r>
            <a:r>
              <a:rPr lang="es-ES" spc="95" dirty="0">
                <a:solidFill>
                  <a:schemeClr val="accent6">
                    <a:lumMod val="50000"/>
                  </a:schemeClr>
                </a:solidFill>
                <a:latin typeface="Trebuchet MS"/>
                <a:cs typeface="Trebuchet MS"/>
              </a:rPr>
              <a:t>insertar  </a:t>
            </a:r>
            <a:r>
              <a:rPr lang="es-ES" spc="120" dirty="0">
                <a:solidFill>
                  <a:schemeClr val="accent6">
                    <a:lumMod val="50000"/>
                  </a:schemeClr>
                </a:solidFill>
                <a:latin typeface="Trebuchet MS"/>
                <a:cs typeface="Trebuchet MS"/>
              </a:rPr>
              <a:t>seguridad </a:t>
            </a:r>
            <a:r>
              <a:rPr lang="es-ES" spc="30" dirty="0">
                <a:solidFill>
                  <a:schemeClr val="accent6">
                    <a:lumMod val="50000"/>
                  </a:schemeClr>
                </a:solidFill>
                <a:latin typeface="Trebuchet MS"/>
                <a:cs typeface="Trebuchet MS"/>
              </a:rPr>
              <a:t>en </a:t>
            </a:r>
            <a:r>
              <a:rPr lang="es-ES" spc="135" dirty="0">
                <a:solidFill>
                  <a:schemeClr val="accent6">
                    <a:lumMod val="50000"/>
                  </a:schemeClr>
                </a:solidFill>
                <a:latin typeface="Trebuchet MS"/>
                <a:cs typeface="Trebuchet MS"/>
              </a:rPr>
              <a:t>cada </a:t>
            </a:r>
            <a:r>
              <a:rPr lang="es-ES" spc="95" dirty="0">
                <a:solidFill>
                  <a:schemeClr val="accent6">
                    <a:lumMod val="50000"/>
                  </a:schemeClr>
                </a:solidFill>
                <a:latin typeface="Trebuchet MS"/>
                <a:cs typeface="Trebuchet MS"/>
              </a:rPr>
              <a:t>etapa </a:t>
            </a:r>
            <a:r>
              <a:rPr lang="es-ES" dirty="0">
                <a:solidFill>
                  <a:schemeClr val="accent6">
                    <a:lumMod val="50000"/>
                  </a:schemeClr>
                </a:solidFill>
                <a:latin typeface="Trebuchet MS"/>
                <a:cs typeface="Trebuchet MS"/>
              </a:rPr>
              <a:t>del</a:t>
            </a:r>
            <a:r>
              <a:rPr lang="es-ES" spc="390" dirty="0">
                <a:solidFill>
                  <a:schemeClr val="accent6">
                    <a:lumMod val="50000"/>
                  </a:schemeClr>
                </a:solidFill>
                <a:latin typeface="Trebuchet MS"/>
                <a:cs typeface="Trebuchet MS"/>
              </a:rPr>
              <a:t> </a:t>
            </a:r>
            <a:r>
              <a:rPr lang="es-ES" spc="130" dirty="0">
                <a:solidFill>
                  <a:schemeClr val="accent6">
                    <a:lumMod val="50000"/>
                  </a:schemeClr>
                </a:solidFill>
                <a:latin typeface="Trebuchet MS"/>
                <a:cs typeface="Trebuchet MS"/>
              </a:rPr>
              <a:t>SDLC.</a:t>
            </a:r>
            <a:endParaRPr lang="es-ES" dirty="0">
              <a:solidFill>
                <a:schemeClr val="accent6">
                  <a:lumMod val="50000"/>
                </a:schemeClr>
              </a:solidFill>
              <a:latin typeface="Trebuchet MS"/>
              <a:cs typeface="Trebuchet MS"/>
            </a:endParaRPr>
          </a:p>
          <a:p>
            <a:endParaRPr lang="es-ES" dirty="0">
              <a:solidFill>
                <a:schemeClr val="accent6">
                  <a:lumMod val="50000"/>
                </a:schemeClr>
              </a:solidFill>
            </a:endParaRPr>
          </a:p>
        </p:txBody>
      </p:sp>
    </p:spTree>
    <p:extLst>
      <p:ext uri="{BB962C8B-B14F-4D97-AF65-F5344CB8AC3E}">
        <p14:creationId xmlns:p14="http://schemas.microsoft.com/office/powerpoint/2010/main" val="40308065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A00 </a:t>
            </a:r>
            <a:r>
              <a:rPr lang="en-US" dirty="0" smtClean="0"/>
              <a:t>Introduction</a:t>
            </a:r>
            <a:endParaRPr lang="en-US" dirty="0"/>
          </a:p>
        </p:txBody>
      </p:sp>
      <p:sp>
        <p:nvSpPr>
          <p:cNvPr id="3" name="Marcador de contenido 2"/>
          <p:cNvSpPr>
            <a:spLocks noGrp="1"/>
          </p:cNvSpPr>
          <p:nvPr>
            <p:ph idx="1"/>
          </p:nvPr>
        </p:nvSpPr>
        <p:spPr>
          <a:xfrm>
            <a:off x="838200" y="1825625"/>
            <a:ext cx="8277665" cy="4351338"/>
          </a:xfrm>
        </p:spPr>
        <p:txBody>
          <a:bodyPr/>
          <a:lstStyle/>
          <a:p>
            <a:r>
              <a:rPr lang="en-US" dirty="0"/>
              <a:t>The Open Worldwide Application Security Project (OWASP) is a nonprofit foundation that works to improve the security of software</a:t>
            </a:r>
            <a:r>
              <a:rPr lang="en-US" dirty="0" smtClean="0"/>
              <a:t>.</a:t>
            </a:r>
          </a:p>
          <a:p>
            <a:pPr lvl="1">
              <a:buFont typeface="Wingdings" panose="05000000000000000000" pitchFamily="2" charset="2"/>
              <a:buChar char="ü"/>
            </a:pPr>
            <a:r>
              <a:rPr lang="en-US" dirty="0"/>
              <a:t>Community-led open source software projects</a:t>
            </a:r>
          </a:p>
          <a:p>
            <a:pPr lvl="1">
              <a:buFont typeface="Wingdings" panose="05000000000000000000" pitchFamily="2" charset="2"/>
              <a:buChar char="ü"/>
            </a:pPr>
            <a:r>
              <a:rPr lang="en-US" dirty="0"/>
              <a:t>Over 250+ local chapters worldwide</a:t>
            </a:r>
          </a:p>
          <a:p>
            <a:pPr lvl="1">
              <a:buFont typeface="Wingdings" panose="05000000000000000000" pitchFamily="2" charset="2"/>
              <a:buChar char="ü"/>
            </a:pPr>
            <a:r>
              <a:rPr lang="en-US" dirty="0"/>
              <a:t>Tens of thousands of members</a:t>
            </a:r>
          </a:p>
          <a:p>
            <a:pPr lvl="1">
              <a:buFont typeface="Wingdings" panose="05000000000000000000" pitchFamily="2" charset="2"/>
              <a:buChar char="ü"/>
            </a:pPr>
            <a:r>
              <a:rPr lang="en-US" dirty="0"/>
              <a:t>Industry-leading educational and training conferences</a:t>
            </a:r>
          </a:p>
          <a:p>
            <a:r>
              <a:rPr lang="en-US" dirty="0" smtClean="0"/>
              <a:t>The </a:t>
            </a:r>
            <a:r>
              <a:rPr lang="en-US" dirty="0"/>
              <a:t>OWASP Foundation launched on December 1st, 2001, becoming incorporated as a United States non-profit charity on April 21, 2004.</a:t>
            </a:r>
          </a:p>
        </p:txBody>
      </p:sp>
      <p:pic>
        <p:nvPicPr>
          <p:cNvPr id="4" name="Imagen 3"/>
          <p:cNvPicPr>
            <a:picLocks noChangeAspect="1"/>
          </p:cNvPicPr>
          <p:nvPr/>
        </p:nvPicPr>
        <p:blipFill>
          <a:blip r:embed="rId2"/>
          <a:stretch>
            <a:fillRect/>
          </a:stretch>
        </p:blipFill>
        <p:spPr>
          <a:xfrm>
            <a:off x="8592263" y="1825625"/>
            <a:ext cx="3419952" cy="2057687"/>
          </a:xfrm>
          <a:prstGeom prst="rect">
            <a:avLst/>
          </a:prstGeom>
        </p:spPr>
      </p:pic>
      <p:sp>
        <p:nvSpPr>
          <p:cNvPr id="5" name="CuadroTexto 4"/>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04298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The OWASP Top 10</a:t>
            </a:r>
            <a:endParaRPr lang="en-US" dirty="0"/>
          </a:p>
        </p:txBody>
      </p:sp>
      <p:sp>
        <p:nvSpPr>
          <p:cNvPr id="3" name="Marcador de contenido 2"/>
          <p:cNvSpPr>
            <a:spLocks noGrp="1"/>
          </p:cNvSpPr>
          <p:nvPr>
            <p:ph idx="1"/>
          </p:nvPr>
        </p:nvSpPr>
        <p:spPr/>
        <p:txBody>
          <a:bodyPr/>
          <a:lstStyle/>
          <a:p>
            <a:r>
              <a:rPr lang="en-US" dirty="0"/>
              <a:t>The OWASP Top 10 is a standard awareness document for developers and web application security. It represents a broad consensus about the most critical security risks to web applications.</a:t>
            </a:r>
          </a:p>
        </p:txBody>
      </p:sp>
      <p:sp>
        <p:nvSpPr>
          <p:cNvPr id="5" name="CuadroTexto 4"/>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2050" name="Picture 2" descr="Web application security: lessons from OWASP NZ Day 2020 | Bigger Impa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456" y="4332849"/>
            <a:ext cx="1423914" cy="1423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41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Why OWASP Top 10</a:t>
            </a:r>
            <a:endParaRPr lang="en-US" dirty="0"/>
          </a:p>
        </p:txBody>
      </p:sp>
      <p:sp>
        <p:nvSpPr>
          <p:cNvPr id="3" name="Marcador de contenido 2"/>
          <p:cNvSpPr>
            <a:spLocks noGrp="1"/>
          </p:cNvSpPr>
          <p:nvPr>
            <p:ph idx="1"/>
          </p:nvPr>
        </p:nvSpPr>
        <p:spPr/>
        <p:txBody>
          <a:bodyPr/>
          <a:lstStyle/>
          <a:p>
            <a:r>
              <a:rPr lang="en-US" dirty="0"/>
              <a:t>Companies should adopt this document and start the process of ensuring that their web applications minimize these risks. </a:t>
            </a:r>
            <a:endParaRPr lang="en-US" dirty="0" smtClean="0"/>
          </a:p>
          <a:p>
            <a:r>
              <a:rPr lang="en-US" dirty="0" smtClean="0"/>
              <a:t>Using </a:t>
            </a:r>
            <a:r>
              <a:rPr lang="en-US" dirty="0"/>
              <a:t>the OWASP Top 10 is perhaps the most effective first step towards changing the software development culture within your organization into one that produces more secure code.</a:t>
            </a:r>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3074" name="Picture 2" descr="Web application security: lessons from OWASP NZ Day 2020 | Bigger Impa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2627" y="4541531"/>
            <a:ext cx="1420008" cy="1420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688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Top 10 Web Application Security </a:t>
            </a:r>
            <a:r>
              <a:rPr lang="en-US" dirty="0" smtClean="0"/>
              <a:t>Risks</a:t>
            </a:r>
            <a:endParaRPr lang="en-US" dirty="0"/>
          </a:p>
        </p:txBody>
      </p:sp>
      <p:sp>
        <p:nvSpPr>
          <p:cNvPr id="3" name="Marcador de contenido 2"/>
          <p:cNvSpPr>
            <a:spLocks noGrp="1"/>
          </p:cNvSpPr>
          <p:nvPr>
            <p:ph idx="1"/>
          </p:nvPr>
        </p:nvSpPr>
        <p:spPr/>
        <p:txBody>
          <a:bodyPr>
            <a:normAutofit fontScale="92500" lnSpcReduction="20000"/>
          </a:bodyPr>
          <a:lstStyle/>
          <a:p>
            <a:r>
              <a:rPr lang="en-US" dirty="0" smtClean="0"/>
              <a:t>A01 Broken Access Control</a:t>
            </a:r>
          </a:p>
          <a:p>
            <a:r>
              <a:rPr lang="en-US" dirty="0" smtClean="0"/>
              <a:t>A02 Cryptographic Failures</a:t>
            </a:r>
          </a:p>
          <a:p>
            <a:r>
              <a:rPr lang="en-US" dirty="0" smtClean="0"/>
              <a:t>A03 Injection</a:t>
            </a:r>
          </a:p>
          <a:p>
            <a:r>
              <a:rPr lang="en-US" dirty="0" smtClean="0"/>
              <a:t>A04 Insecure Design</a:t>
            </a:r>
          </a:p>
          <a:p>
            <a:r>
              <a:rPr lang="en-US" dirty="0" smtClean="0"/>
              <a:t>A05 Security Misconfiguration</a:t>
            </a:r>
          </a:p>
          <a:p>
            <a:r>
              <a:rPr lang="en-US" dirty="0" smtClean="0"/>
              <a:t>A06 Vulnerable and Outdated Components</a:t>
            </a:r>
          </a:p>
          <a:p>
            <a:r>
              <a:rPr lang="en-US" dirty="0" smtClean="0"/>
              <a:t>A07 Identification and Authentication Failures</a:t>
            </a:r>
          </a:p>
          <a:p>
            <a:r>
              <a:rPr lang="en-US" dirty="0" smtClean="0"/>
              <a:t>A08 Software and Data Integrity Failures</a:t>
            </a:r>
          </a:p>
          <a:p>
            <a:r>
              <a:rPr lang="en-US" dirty="0" smtClean="0"/>
              <a:t>A09 Security Logging and Monitoring Failures</a:t>
            </a:r>
          </a:p>
          <a:p>
            <a:r>
              <a:rPr lang="en-US" dirty="0" smtClean="0"/>
              <a:t>A10 Server Side Request Forgery (SSRF)</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5" name="Imagen 4"/>
          <p:cNvPicPr>
            <a:picLocks noChangeAspect="1"/>
          </p:cNvPicPr>
          <p:nvPr/>
        </p:nvPicPr>
        <p:blipFill>
          <a:blip r:embed="rId2"/>
          <a:stretch>
            <a:fillRect/>
          </a:stretch>
        </p:blipFill>
        <p:spPr>
          <a:xfrm>
            <a:off x="8534006" y="3816451"/>
            <a:ext cx="2819794" cy="2038635"/>
          </a:xfrm>
          <a:prstGeom prst="rect">
            <a:avLst/>
          </a:prstGeom>
        </p:spPr>
      </p:pic>
    </p:spTree>
    <p:extLst>
      <p:ext uri="{BB962C8B-B14F-4D97-AF65-F5344CB8AC3E}">
        <p14:creationId xmlns:p14="http://schemas.microsoft.com/office/powerpoint/2010/main" val="772707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A01 Broken Access Control</a:t>
            </a:r>
            <a:endParaRPr lang="en-US" dirty="0"/>
          </a:p>
        </p:txBody>
      </p:sp>
      <p:sp>
        <p:nvSpPr>
          <p:cNvPr id="3" name="Marcador de contenido 2"/>
          <p:cNvSpPr>
            <a:spLocks noGrp="1"/>
          </p:cNvSpPr>
          <p:nvPr>
            <p:ph idx="1"/>
          </p:nvPr>
        </p:nvSpPr>
        <p:spPr/>
        <p:txBody>
          <a:bodyPr/>
          <a:lstStyle/>
          <a:p>
            <a:r>
              <a:rPr lang="es-MX" dirty="0"/>
              <a:t>El control de acceso implementa el cumplimiento de política de modo que los usuarios no pueden actuar fuera de los permisos que le fueron asignados. </a:t>
            </a:r>
            <a:endParaRPr lang="es-MX" dirty="0" smtClean="0"/>
          </a:p>
          <a:p>
            <a:r>
              <a:rPr lang="es-MX" dirty="0" smtClean="0"/>
              <a:t>Las </a:t>
            </a:r>
            <a:r>
              <a:rPr lang="es-MX" dirty="0"/>
              <a:t>fallas generalmente conducen a la divulgación de información no autorizada, la modificación o la destrucción de todos los datos o la ejecución de una función de negocio fuera de los límites del usuario.</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50530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A02 Cryptographic Failures</a:t>
            </a:r>
            <a:endParaRPr lang="en-US" dirty="0"/>
          </a:p>
        </p:txBody>
      </p:sp>
      <p:sp>
        <p:nvSpPr>
          <p:cNvPr id="3" name="Marcador de contenido 2"/>
          <p:cNvSpPr>
            <a:spLocks noGrp="1"/>
          </p:cNvSpPr>
          <p:nvPr>
            <p:ph idx="1"/>
          </p:nvPr>
        </p:nvSpPr>
        <p:spPr/>
        <p:txBody>
          <a:bodyPr/>
          <a:lstStyle/>
          <a:p>
            <a:r>
              <a:rPr lang="es-MX" dirty="0" smtClean="0"/>
              <a:t>La </a:t>
            </a:r>
            <a:r>
              <a:rPr lang="es-MX" dirty="0"/>
              <a:t>atención se centra en las fallas relacionadas con la criptografía (o la falta de ésta). Esto a menudo conduce a la exposición de datos sensibles.</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507960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A03 Injection</a:t>
            </a:r>
            <a:endParaRPr lang="en-US" dirty="0"/>
          </a:p>
        </p:txBody>
      </p:sp>
      <p:sp>
        <p:nvSpPr>
          <p:cNvPr id="3" name="Marcador de contenido 2"/>
          <p:cNvSpPr>
            <a:spLocks noGrp="1"/>
          </p:cNvSpPr>
          <p:nvPr>
            <p:ph idx="1"/>
          </p:nvPr>
        </p:nvSpPr>
        <p:spPr/>
        <p:txBody>
          <a:bodyPr>
            <a:normAutofit/>
          </a:bodyPr>
          <a:lstStyle/>
          <a:p>
            <a:r>
              <a:rPr lang="es-MX" dirty="0"/>
              <a:t>Una aplicación es vulnerable a estos tipos de ataque cuando:</a:t>
            </a:r>
          </a:p>
          <a:p>
            <a:pPr lvl="1">
              <a:buFont typeface="Wingdings" panose="05000000000000000000" pitchFamily="2" charset="2"/>
              <a:buChar char="q"/>
            </a:pPr>
            <a:r>
              <a:rPr lang="es-MX" dirty="0"/>
              <a:t>Los datos proporcionados por el usuario no son validados, filtrados ni sanitizados por la aplicación.</a:t>
            </a:r>
          </a:p>
          <a:p>
            <a:pPr lvl="1">
              <a:buFont typeface="Wingdings" panose="05000000000000000000" pitchFamily="2" charset="2"/>
              <a:buChar char="q"/>
            </a:pPr>
            <a:r>
              <a:rPr lang="es-MX" dirty="0"/>
              <a:t>Se invocan consultas dinámicas o no parametrizadas, sin codificar los parámetros de forma acorde al contexto.</a:t>
            </a:r>
          </a:p>
          <a:p>
            <a:pPr lvl="1">
              <a:buFont typeface="Wingdings" panose="05000000000000000000" pitchFamily="2" charset="2"/>
              <a:buChar char="q"/>
            </a:pPr>
            <a:r>
              <a:rPr lang="es-MX" dirty="0"/>
              <a:t>Se utilizan datos dañinos dentro de los parámetros de búsqueda en consultas Object-Relational Mapping (ORM), para extraer registros adicionales sensibles.</a:t>
            </a:r>
          </a:p>
          <a:p>
            <a:pPr lvl="1">
              <a:buFont typeface="Wingdings" panose="05000000000000000000" pitchFamily="2" charset="2"/>
              <a:buChar char="q"/>
            </a:pPr>
            <a:r>
              <a:rPr lang="es-MX" dirty="0"/>
              <a:t>Se utilizan datos dañinos directamente o se concatenan, de modo que el SQL o comando resultante contiene datos y estructuras con consultas dinámicas, comandos o procedimientos almacenados.</a:t>
            </a:r>
          </a:p>
          <a:p>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7052852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A04 Insecure Design</a:t>
            </a:r>
            <a:endParaRPr lang="en-US" dirty="0"/>
          </a:p>
        </p:txBody>
      </p:sp>
      <p:sp>
        <p:nvSpPr>
          <p:cNvPr id="3" name="Marcador de contenido 2"/>
          <p:cNvSpPr>
            <a:spLocks noGrp="1"/>
          </p:cNvSpPr>
          <p:nvPr>
            <p:ph idx="1"/>
          </p:nvPr>
        </p:nvSpPr>
        <p:spPr/>
        <p:txBody>
          <a:bodyPr>
            <a:normAutofit fontScale="77500" lnSpcReduction="20000"/>
          </a:bodyPr>
          <a:lstStyle/>
          <a:p>
            <a:r>
              <a:rPr lang="es-MX" dirty="0"/>
              <a:t>El diseño inseguro es una categoría amplia que representa diferentes debilidades, expresadas como "diseño de control faltante o ineficaz</a:t>
            </a:r>
            <a:r>
              <a:rPr lang="es-MX" dirty="0" smtClean="0"/>
              <a:t>".</a:t>
            </a:r>
          </a:p>
          <a:p>
            <a:r>
              <a:rPr lang="es-MX" dirty="0" smtClean="0"/>
              <a:t> </a:t>
            </a:r>
            <a:r>
              <a:rPr lang="es-MX" dirty="0"/>
              <a:t>El diseño inseguro no es la fuente de las otras 10 categorías. Existe una diferencia entre un diseño inseguro y una implementación insegura. </a:t>
            </a:r>
            <a:endParaRPr lang="es-MX" dirty="0" smtClean="0"/>
          </a:p>
          <a:p>
            <a:r>
              <a:rPr lang="es-MX" dirty="0" smtClean="0"/>
              <a:t>Distinguimos </a:t>
            </a:r>
            <a:r>
              <a:rPr lang="es-MX" dirty="0"/>
              <a:t>entre fallas de diseño y defectos de implementación por un motivo, difieren en la causa raíz y remediaciones. Incluso un diseño seguro puede tener defectos de implementación que conduzcan a vulnerabilidades que pueden explotarse. </a:t>
            </a:r>
            <a:endParaRPr lang="es-MX" dirty="0" smtClean="0"/>
          </a:p>
          <a:p>
            <a:r>
              <a:rPr lang="es-MX" dirty="0" smtClean="0"/>
              <a:t>Un </a:t>
            </a:r>
            <a:r>
              <a:rPr lang="es-MX" dirty="0"/>
              <a:t>diseño inseguro no se puede arreglar con una implementación perfecta, ya que, por definición, los controles de seguridad necesarios nunca se crearon para defenderse de ataques específicos</a:t>
            </a:r>
            <a:r>
              <a:rPr lang="es-MX" dirty="0" smtClean="0"/>
              <a:t>.</a:t>
            </a:r>
          </a:p>
          <a:p>
            <a:r>
              <a:rPr lang="es-MX" dirty="0" smtClean="0"/>
              <a:t> </a:t>
            </a:r>
            <a:r>
              <a:rPr lang="es-MX" dirty="0"/>
              <a:t>Uno de los factores que contribuyen al diseño inseguro es la falta de perfiles de riesgo empresarial inherentes al software o sistema que se está desarrollando y, por lo tanto, la falta de determinación del nivel de diseño de seguridad que se requiere.</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197525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A05 Security Misconfiguration</a:t>
            </a:r>
            <a:endParaRPr lang="en-US" dirty="0"/>
          </a:p>
        </p:txBody>
      </p:sp>
      <p:sp>
        <p:nvSpPr>
          <p:cNvPr id="3" name="Marcador de contenido 2"/>
          <p:cNvSpPr>
            <a:spLocks noGrp="1"/>
          </p:cNvSpPr>
          <p:nvPr>
            <p:ph idx="1"/>
          </p:nvPr>
        </p:nvSpPr>
        <p:spPr/>
        <p:txBody>
          <a:bodyPr>
            <a:normAutofit fontScale="85000" lnSpcReduction="20000"/>
          </a:bodyPr>
          <a:lstStyle/>
          <a:p>
            <a:r>
              <a:rPr lang="es-MX" dirty="0"/>
              <a:t>La aplicación puede ser vulnerable si:</a:t>
            </a:r>
          </a:p>
          <a:p>
            <a:pPr lvl="1"/>
            <a:r>
              <a:rPr lang="es-MX" dirty="0"/>
              <a:t>Le falta el </a:t>
            </a:r>
            <a:r>
              <a:rPr lang="es-MX" i="1" dirty="0"/>
              <a:t>hardening</a:t>
            </a:r>
            <a:r>
              <a:rPr lang="es-MX" dirty="0"/>
              <a:t> de seguridad adecuado en cualquier parte del </a:t>
            </a:r>
            <a:r>
              <a:rPr lang="es-MX" i="1" dirty="0" err="1"/>
              <a:t>stack</a:t>
            </a:r>
            <a:r>
              <a:rPr lang="es-MX" i="1" dirty="0"/>
              <a:t> tecnológico</a:t>
            </a:r>
            <a:r>
              <a:rPr lang="es-MX" dirty="0"/>
              <a:t> o permisos configurados incorrectamente en los servicios en la nube.</a:t>
            </a:r>
          </a:p>
          <a:p>
            <a:pPr lvl="1"/>
            <a:r>
              <a:rPr lang="es-MX" dirty="0"/>
              <a:t>Tiene funciones innecesarias habilitadas o instaladas (puertos, servicios, páginas, cuentas o privilegios innecesarios, por ejemplo).</a:t>
            </a:r>
          </a:p>
          <a:p>
            <a:pPr lvl="1"/>
            <a:r>
              <a:rPr lang="es-MX" dirty="0"/>
              <a:t>Las cuentas predeterminadas y sus contraseñas aún están habilitadas y sin cambios.</a:t>
            </a:r>
          </a:p>
          <a:p>
            <a:pPr lvl="1"/>
            <a:r>
              <a:rPr lang="es-MX" dirty="0"/>
              <a:t>El manejo de errores revela a los usuarios rastros de pila u otros mensajes de error demasiado informativos.</a:t>
            </a:r>
          </a:p>
          <a:p>
            <a:pPr lvl="1"/>
            <a:r>
              <a:rPr lang="es-MX" dirty="0"/>
              <a:t>Para sistemas actualizados, las últimas funciones de seguridad están deshabilitadas o no configuradas de forma segura.</a:t>
            </a:r>
          </a:p>
          <a:p>
            <a:pPr lvl="1"/>
            <a:r>
              <a:rPr lang="es-MX" dirty="0"/>
              <a:t>Las configuraciones de seguridad en los servidores de aplicaciones, </a:t>
            </a:r>
            <a:r>
              <a:rPr lang="es-MX" dirty="0" err="1"/>
              <a:t>frameworks</a:t>
            </a:r>
            <a:r>
              <a:rPr lang="es-MX" dirty="0"/>
              <a:t> de aplicaciones (</a:t>
            </a:r>
            <a:r>
              <a:rPr lang="es-MX" dirty="0" err="1"/>
              <a:t>Struts</a:t>
            </a:r>
            <a:r>
              <a:rPr lang="es-MX" dirty="0"/>
              <a:t>, Spring o ASP.NET por ejemplo), bibliotecas, bases de datos, etc., no poseen configurados valores seguros.</a:t>
            </a:r>
          </a:p>
          <a:p>
            <a:pPr lvl="1"/>
            <a:r>
              <a:rPr lang="es-MX" dirty="0"/>
              <a:t>El servidor no envía encabezados o directivas de seguridad, o no poseen configurados valores seguros.</a:t>
            </a:r>
          </a:p>
          <a:p>
            <a:pPr lvl="1"/>
            <a:r>
              <a:rPr lang="es-MX" dirty="0"/>
              <a:t>El software está desactualizado o es vulnerable</a:t>
            </a:r>
          </a:p>
          <a:p>
            <a:pPr lvl="1"/>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68839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A06 Vulnerable and Outdated Components</a:t>
            </a:r>
            <a:endParaRPr lang="en-US" dirty="0"/>
          </a:p>
        </p:txBody>
      </p:sp>
      <p:sp>
        <p:nvSpPr>
          <p:cNvPr id="3" name="Marcador de contenido 2"/>
          <p:cNvSpPr>
            <a:spLocks noGrp="1"/>
          </p:cNvSpPr>
          <p:nvPr>
            <p:ph idx="1"/>
          </p:nvPr>
        </p:nvSpPr>
        <p:spPr/>
        <p:txBody>
          <a:bodyPr>
            <a:normAutofit fontScale="77500" lnSpcReduction="20000"/>
          </a:bodyPr>
          <a:lstStyle/>
          <a:p>
            <a:r>
              <a:rPr lang="es-MX" dirty="0"/>
              <a:t>Usted probablemente sea vulnerable:</a:t>
            </a:r>
          </a:p>
          <a:p>
            <a:pPr lvl="1"/>
            <a:r>
              <a:rPr lang="es-MX" dirty="0"/>
              <a:t>Si no conoce las versiones de todos los componentes que utiliza (tanto en el cliente como en el servidor). Esto incluye los componentes que usa directamente, así como las dependencias anidadas.</a:t>
            </a:r>
          </a:p>
          <a:p>
            <a:pPr lvl="1"/>
            <a:r>
              <a:rPr lang="es-MX" dirty="0"/>
              <a:t>Si el software es vulnerable, carece de soporte o no está actualizado. Esto incluye el sistema operativo, el servidor web/de aplicaciones, el sistema de administración de bases de datos (DBMS), las aplicaciones, las API y todos los componentes, los entornos de ejecución y las bibliotecas.</a:t>
            </a:r>
          </a:p>
          <a:p>
            <a:pPr lvl="1"/>
            <a:r>
              <a:rPr lang="es-MX" dirty="0"/>
              <a:t>Si no analiza en búsqueda de vulnerabilidades de forma regular y no se suscribe a los boletines de seguridad relacionados con los componentes que utiliza.</a:t>
            </a:r>
          </a:p>
          <a:p>
            <a:pPr lvl="1"/>
            <a:r>
              <a:rPr lang="es-MX" dirty="0"/>
              <a:t>Si no repara o actualiza la plataforma subyacente, </a:t>
            </a:r>
            <a:r>
              <a:rPr lang="es-MX" dirty="0" err="1"/>
              <a:t>frameworks</a:t>
            </a:r>
            <a:r>
              <a:rPr lang="es-MX" dirty="0"/>
              <a:t> y dependencias de manera oportuna y basada en el riesgo. Esto suele ocurrir en entornos en los que la aplicación de parches de seguridad es una tarea mensual o trimestral bajo control de cambios, lo que deja a las organizaciones abiertas a días o meses de exposición innecesaria a vulnerabilidades con soluciones disponibles.</a:t>
            </a:r>
          </a:p>
          <a:p>
            <a:pPr lvl="1"/>
            <a:r>
              <a:rPr lang="es-MX" dirty="0"/>
              <a:t>Si los desarrolladores de software no testean la compatibilidad de las bibliotecas actualizadas, actualizadas o parcheadas.</a:t>
            </a:r>
          </a:p>
          <a:p>
            <a:pPr lvl="1"/>
            <a:r>
              <a:rPr lang="es-MX" dirty="0"/>
              <a:t>Si no asegura las configuraciones de los componentes</a:t>
            </a:r>
          </a:p>
          <a:p>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037539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A07 Identification and Authentication Failures</a:t>
            </a:r>
            <a:endParaRPr lang="en-US" dirty="0"/>
          </a:p>
        </p:txBody>
      </p:sp>
      <p:sp>
        <p:nvSpPr>
          <p:cNvPr id="3" name="Marcador de contenido 2"/>
          <p:cNvSpPr>
            <a:spLocks noGrp="1"/>
          </p:cNvSpPr>
          <p:nvPr>
            <p:ph idx="1"/>
          </p:nvPr>
        </p:nvSpPr>
        <p:spPr/>
        <p:txBody>
          <a:bodyPr>
            <a:normAutofit fontScale="85000" lnSpcReduction="20000"/>
          </a:bodyPr>
          <a:lstStyle/>
          <a:p>
            <a:r>
              <a:rPr lang="es-MX" dirty="0"/>
              <a:t>Puede haber debilidades de autenticación si la aplicación:</a:t>
            </a:r>
          </a:p>
          <a:p>
            <a:pPr lvl="1"/>
            <a:r>
              <a:rPr lang="es-MX" dirty="0"/>
              <a:t>Permite ataques automatizados como la reutilización de credenciales conocidas, donde el atacante posee una lista de pares de usuario y contraseña válidos.</a:t>
            </a:r>
          </a:p>
          <a:p>
            <a:pPr lvl="1"/>
            <a:r>
              <a:rPr lang="es-MX" dirty="0"/>
              <a:t>Permite ataques de fuerza bruta u otros ataques automatizados.</a:t>
            </a:r>
          </a:p>
          <a:p>
            <a:pPr lvl="1"/>
            <a:r>
              <a:rPr lang="es-MX" dirty="0"/>
              <a:t>Permite contraseñas por defecto, débiles o bien conocidas, como "Password1" o "admin/admin".</a:t>
            </a:r>
          </a:p>
          <a:p>
            <a:pPr lvl="1"/>
            <a:r>
              <a:rPr lang="es-MX" dirty="0"/>
              <a:t>Posee procesos débiles o no efectivos para las funcionalidades de olvido de contraseña o recuperación de credenciales, como "respuestas basadas en el conocimiento", las cuales no se pueden implementar de forma segura.</a:t>
            </a:r>
          </a:p>
          <a:p>
            <a:pPr lvl="1"/>
            <a:r>
              <a:rPr lang="es-MX" dirty="0"/>
              <a:t>Almacena las contraseñas en texto claro, cifradas o utilizando funciones de hash </a:t>
            </a:r>
            <a:r>
              <a:rPr lang="es-MX" dirty="0" smtClean="0"/>
              <a:t>débiles</a:t>
            </a:r>
          </a:p>
          <a:p>
            <a:pPr lvl="1"/>
            <a:r>
              <a:rPr lang="es-MX" dirty="0"/>
              <a:t>No posee una autenticación </a:t>
            </a:r>
            <a:r>
              <a:rPr lang="es-MX" dirty="0" err="1"/>
              <a:t>multi</a:t>
            </a:r>
            <a:r>
              <a:rPr lang="es-MX" dirty="0"/>
              <a:t>-factor o la implementada es ineficaz.</a:t>
            </a:r>
          </a:p>
          <a:p>
            <a:pPr lvl="1"/>
            <a:r>
              <a:rPr lang="es-MX" dirty="0"/>
              <a:t>Expone el identificador de sesión en la URL.</a:t>
            </a:r>
          </a:p>
          <a:p>
            <a:pPr lvl="1"/>
            <a:r>
              <a:rPr lang="es-MX" dirty="0"/>
              <a:t>Reutiliza el identificador de sesión después de iniciar sesión.</a:t>
            </a:r>
          </a:p>
          <a:p>
            <a:pPr lvl="1"/>
            <a:r>
              <a:rPr lang="es-MX" dirty="0"/>
              <a:t>No inválida correctamente los identificadores de sesión. Las sesiones de usuario o los tokens de autenticación (principalmente tokens de inicio de sesión único (SSO)) no son correctamente invalidados durante el cierre de sesión o luego de un período de inactividad.</a:t>
            </a:r>
          </a:p>
          <a:p>
            <a:pPr lvl="2"/>
            <a:endParaRPr lang="es-MX" dirty="0"/>
          </a:p>
          <a:p>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62949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A08 Software and Data Integrity Failures</a:t>
            </a:r>
            <a:endParaRPr lang="en-US" dirty="0"/>
          </a:p>
        </p:txBody>
      </p:sp>
      <p:sp>
        <p:nvSpPr>
          <p:cNvPr id="3" name="Marcador de contenido 2"/>
          <p:cNvSpPr>
            <a:spLocks noGrp="1"/>
          </p:cNvSpPr>
          <p:nvPr>
            <p:ph idx="1"/>
          </p:nvPr>
        </p:nvSpPr>
        <p:spPr/>
        <p:txBody>
          <a:bodyPr>
            <a:normAutofit fontScale="85000" lnSpcReduction="20000"/>
          </a:bodyPr>
          <a:lstStyle/>
          <a:p>
            <a:r>
              <a:rPr lang="es-MX" dirty="0"/>
              <a:t>Los fallos de integridad del software y de los datos están relacionados con código e infraestructura no protegidos contra alteraciones (integridad). Ejemplos de esto son cuando una aplicación depende de plugins, bibliotecas o módulos de fuentes, repositorios o redes de entrega de contenidos (CDN) no confiables. </a:t>
            </a:r>
            <a:endParaRPr lang="es-MX" dirty="0" smtClean="0"/>
          </a:p>
          <a:p>
            <a:r>
              <a:rPr lang="es-MX" dirty="0" smtClean="0"/>
              <a:t>Un </a:t>
            </a:r>
            <a:r>
              <a:rPr lang="es-MX" dirty="0"/>
              <a:t>pipeline CI/CD inseguro puede conducir a accesos no autorizados, la inclusión de código malicioso o el compromiso del sistema en general. Además, es común en la actualidad que las aplicaciones implementen funcionalidades de actualización, a través de las cuales se descargan nuevas versiones de la misma sin las debidas verificaciones integridad que fueron realizadas previamente al instalar la aplicación</a:t>
            </a:r>
            <a:r>
              <a:rPr lang="es-MX" dirty="0" smtClean="0"/>
              <a:t>.</a:t>
            </a:r>
          </a:p>
          <a:p>
            <a:r>
              <a:rPr lang="es-MX" dirty="0" smtClean="0"/>
              <a:t> </a:t>
            </a:r>
            <a:r>
              <a:rPr lang="es-MX" dirty="0"/>
              <a:t>Los atacantes potencialmente pueden cargar sus propias actualizaciones para que sean distribuidas y ejecutadas en todas las instalaciones. Otro ejemplo es cuando objetos o datos son codificados o serializados en estructuras que un atacante puede ver y modificar, produciéndose una deserialización insegura.</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05899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A09 Security Logging and Monitoring Failures</a:t>
            </a:r>
            <a:endParaRPr lang="en-US" dirty="0"/>
          </a:p>
        </p:txBody>
      </p:sp>
      <p:sp>
        <p:nvSpPr>
          <p:cNvPr id="3" name="Marcador de contenido 2"/>
          <p:cNvSpPr>
            <a:spLocks noGrp="1"/>
          </p:cNvSpPr>
          <p:nvPr>
            <p:ph idx="1"/>
          </p:nvPr>
        </p:nvSpPr>
        <p:spPr/>
        <p:txBody>
          <a:bodyPr>
            <a:normAutofit fontScale="92500" lnSpcReduction="20000"/>
          </a:bodyPr>
          <a:lstStyle/>
          <a:p>
            <a:r>
              <a:rPr lang="es-MX" dirty="0"/>
              <a:t>Registros, detecciones, monitoreo y respuesta activas insuficientes pueden ocurrir en cualquier momento:</a:t>
            </a:r>
          </a:p>
          <a:p>
            <a:pPr lvl="1"/>
            <a:r>
              <a:rPr lang="es-MX" dirty="0"/>
              <a:t>Eventos auditables, tales como los inicios de sesión, fallas en el inicio de sesión y transacciones de alto valor no son registradas.</a:t>
            </a:r>
          </a:p>
          <a:p>
            <a:pPr lvl="1"/>
            <a:r>
              <a:rPr lang="es-MX" dirty="0"/>
              <a:t>Advertencias y errores generan registros poco claros, inadecuados y en algunos casos ni se generan.</a:t>
            </a:r>
          </a:p>
          <a:p>
            <a:pPr lvl="1"/>
            <a:r>
              <a:rPr lang="es-MX" dirty="0"/>
              <a:t>Registros en aplicaciones y API no son monitoreados para detectar actividades sospechosas.</a:t>
            </a:r>
          </a:p>
          <a:p>
            <a:pPr lvl="1"/>
            <a:r>
              <a:rPr lang="es-MX" dirty="0"/>
              <a:t>Los registros son únicamente almacenados en forma local.</a:t>
            </a:r>
          </a:p>
          <a:p>
            <a:pPr lvl="1"/>
            <a:r>
              <a:rPr lang="es-MX" dirty="0"/>
              <a:t>Los umbrales de alerta y procesos de escalamiento no están correctamente implementados o no son efectivos.</a:t>
            </a:r>
          </a:p>
          <a:p>
            <a:pPr lvl="1"/>
            <a:r>
              <a:rPr lang="es-MX" dirty="0"/>
              <a:t>Las pruebas de penetración y los escaneos utilizando herramientas de pruebas dinámicas de seguridad en aplicaciones (como ser OWASP ZAP) no generan alertas.</a:t>
            </a:r>
          </a:p>
          <a:p>
            <a:pPr lvl="1"/>
            <a:r>
              <a:rPr lang="es-MX" dirty="0"/>
              <a:t>Las aplicaciones no logran detectar, escalar, o alertar sobre ataques activos en tiempo real ni cercanos al tiempo real.</a:t>
            </a:r>
          </a:p>
          <a:p>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202450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A10 Server Side Request Forgery (SSRF)</a:t>
            </a:r>
            <a:endParaRPr lang="en-US" dirty="0"/>
          </a:p>
        </p:txBody>
      </p:sp>
      <p:sp>
        <p:nvSpPr>
          <p:cNvPr id="3" name="Marcador de contenido 2"/>
          <p:cNvSpPr>
            <a:spLocks noGrp="1"/>
          </p:cNvSpPr>
          <p:nvPr>
            <p:ph idx="1"/>
          </p:nvPr>
        </p:nvSpPr>
        <p:spPr/>
        <p:txBody>
          <a:bodyPr>
            <a:normAutofit lnSpcReduction="10000"/>
          </a:bodyPr>
          <a:lstStyle/>
          <a:p>
            <a:r>
              <a:rPr lang="es-MX" dirty="0"/>
              <a:t>Las fallas de SSRF ocurren cuando una aplicación web está obteniendo un recurso remoto sin validar la URL proporcionada por el usuario. Permite que un atacante coaccione a la aplicación para que envíe una solicitud falsificada a un destino inesperado, incluso cuando está protegido por un firewall, VPN u otro tipo de lista de control de acceso a la red (ACL).</a:t>
            </a:r>
          </a:p>
          <a:p>
            <a:r>
              <a:rPr lang="es-MX" dirty="0"/>
              <a:t>Dado que las aplicaciones web modernas brindan a los usuarios finales funciones convenientes, la búsqueda de una URL se convierte en un escenario común. Como resultado, la incidencia de SSRF está aumentando. Además, la gravedad de SSRF es cada vez mayor debido a los servicios en la nube y la complejidad de las arquitecturas.</a:t>
            </a:r>
          </a:p>
          <a:p>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2896505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OWASP Top 10 2017 vs 2021</a:t>
            </a:r>
            <a:endParaRPr lang="en-US" dirty="0"/>
          </a:p>
        </p:txBody>
      </p:sp>
      <p:sp>
        <p:nvSpPr>
          <p:cNvPr id="3" name="Marcador de contenido 2"/>
          <p:cNvSpPr>
            <a:spLocks noGrp="1"/>
          </p:cNvSpPr>
          <p:nvPr>
            <p:ph idx="1"/>
          </p:nvPr>
        </p:nvSpPr>
        <p:spPr/>
        <p:txBody>
          <a:bodyPr/>
          <a:lstStyle/>
          <a:p>
            <a:r>
              <a:rPr lang="en-US" dirty="0" smtClean="0"/>
              <a:t>OWASP Top 10 evolution</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4098" name="Picture 2" descr="Mapp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5" y="2473849"/>
            <a:ext cx="10690239" cy="3322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200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OWASP Top 10 2017 vs 2021</a:t>
            </a:r>
          </a:p>
        </p:txBody>
      </p:sp>
      <p:sp>
        <p:nvSpPr>
          <p:cNvPr id="3" name="Marcador de contenido 2"/>
          <p:cNvSpPr>
            <a:spLocks noGrp="1"/>
          </p:cNvSpPr>
          <p:nvPr>
            <p:ph idx="1"/>
          </p:nvPr>
        </p:nvSpPr>
        <p:spPr/>
        <p:txBody>
          <a:bodyPr/>
          <a:lstStyle/>
          <a:p>
            <a:r>
              <a:rPr lang="en-US" dirty="0"/>
              <a:t>OWASP Top 10 evolution</a:t>
            </a:r>
          </a:p>
          <a:p>
            <a:endParaRPr lang="en-US" dirty="0"/>
          </a:p>
        </p:txBody>
      </p:sp>
      <p:pic>
        <p:nvPicPr>
          <p:cNvPr id="1026" name="Picture 2" descr="Mapp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924" y="2388957"/>
            <a:ext cx="10770624" cy="3362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2850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Referencias</a:t>
            </a:r>
            <a:endParaRPr lang="es-ES" dirty="0"/>
          </a:p>
        </p:txBody>
      </p:sp>
      <p:sp>
        <p:nvSpPr>
          <p:cNvPr id="3" name="Marcador de contenido 2"/>
          <p:cNvSpPr>
            <a:spLocks noGrp="1"/>
          </p:cNvSpPr>
          <p:nvPr>
            <p:ph idx="1"/>
          </p:nvPr>
        </p:nvSpPr>
        <p:spPr/>
        <p:txBody>
          <a:bodyPr/>
          <a:lstStyle/>
          <a:p>
            <a:pPr marL="0" indent="0">
              <a:buNone/>
            </a:pPr>
            <a:r>
              <a:rPr lang="es-ES" dirty="0" smtClean="0"/>
              <a:t>[1] </a:t>
            </a:r>
            <a:r>
              <a:rPr lang="es-ES" dirty="0" smtClean="0">
                <a:hlinkClick r:id="rId2"/>
              </a:rPr>
              <a:t>https</a:t>
            </a:r>
            <a:r>
              <a:rPr lang="es-ES" dirty="0">
                <a:hlinkClick r:id="rId2"/>
              </a:rPr>
              <a:t>://</a:t>
            </a:r>
            <a:r>
              <a:rPr lang="es-ES" dirty="0" smtClean="0">
                <a:hlinkClick r:id="rId2"/>
              </a:rPr>
              <a:t>www.computing.es/seguridad/noticias/1116703002501/10-ciberataques-mas-grandes-de-decada.1.html</a:t>
            </a:r>
            <a:endParaRPr lang="es-ES" dirty="0" smtClean="0"/>
          </a:p>
          <a:p>
            <a:pPr marL="0" indent="0">
              <a:buNone/>
            </a:pPr>
            <a:r>
              <a:rPr lang="es-ES" dirty="0"/>
              <a:t>[2] </a:t>
            </a:r>
            <a:r>
              <a:rPr lang="es-ES" dirty="0">
                <a:hlinkClick r:id="rId3"/>
              </a:rPr>
              <a:t>https://www.muycomputer.com/2020/12/30/ciberseguridad-en-2020</a:t>
            </a:r>
            <a:r>
              <a:rPr lang="es-ES" dirty="0" smtClean="0">
                <a:hlinkClick r:id="rId3"/>
              </a:rPr>
              <a:t>/</a:t>
            </a:r>
            <a:endParaRPr lang="es-ES" dirty="0" smtClean="0"/>
          </a:p>
          <a:p>
            <a:pPr marL="0" indent="0">
              <a:buNone/>
            </a:pPr>
            <a:r>
              <a:rPr lang="es-ES" dirty="0"/>
              <a:t>[3] </a:t>
            </a:r>
            <a:r>
              <a:rPr lang="es-ES" dirty="0">
                <a:hlinkClick r:id="rId4"/>
              </a:rPr>
              <a:t>https://sofecom.com/ataques-ciberneticos-empresas</a:t>
            </a:r>
            <a:r>
              <a:rPr lang="es-ES" dirty="0" smtClean="0">
                <a:hlinkClick r:id="rId4"/>
              </a:rPr>
              <a:t>/</a:t>
            </a:r>
            <a:endParaRPr lang="es-ES" dirty="0" smtClean="0"/>
          </a:p>
          <a:p>
            <a:pPr marL="0" indent="0">
              <a:buNone/>
            </a:pPr>
            <a:r>
              <a:rPr lang="es-ES" dirty="0" smtClean="0"/>
              <a:t>[4</a:t>
            </a:r>
            <a:r>
              <a:rPr lang="es-ES" dirty="0"/>
              <a:t>] </a:t>
            </a:r>
            <a:r>
              <a:rPr lang="es-ES" dirty="0">
                <a:hlinkClick r:id="rId5"/>
              </a:rPr>
              <a:t>https://</a:t>
            </a:r>
            <a:r>
              <a:rPr lang="es-ES" dirty="0" smtClean="0">
                <a:hlinkClick r:id="rId5"/>
              </a:rPr>
              <a:t>unaaldia.hispasec.com/2004/02/un-90-de-las-aplicaciones-web-son-inseguras.html</a:t>
            </a:r>
            <a:endParaRPr lang="es-ES" dirty="0" smtClean="0"/>
          </a:p>
          <a:p>
            <a:pPr marL="0" indent="0">
              <a:buNone/>
            </a:pPr>
            <a:endParaRPr lang="es-ES" dirty="0" smtClean="0"/>
          </a:p>
          <a:p>
            <a:pPr marL="0" indent="0">
              <a:buNone/>
            </a:pPr>
            <a:endParaRPr lang="es-ES" dirty="0"/>
          </a:p>
        </p:txBody>
      </p:sp>
    </p:spTree>
    <p:extLst>
      <p:ext uri="{BB962C8B-B14F-4D97-AF65-F5344CB8AC3E}">
        <p14:creationId xmlns:p14="http://schemas.microsoft.com/office/powerpoint/2010/main" val="19880072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Laboratorio</a:t>
            </a:r>
            <a:endParaRPr lang="en-US" dirty="0"/>
          </a:p>
        </p:txBody>
      </p:sp>
      <p:sp>
        <p:nvSpPr>
          <p:cNvPr id="3" name="Marcador de contenido 2"/>
          <p:cNvSpPr>
            <a:spLocks noGrp="1"/>
          </p:cNvSpPr>
          <p:nvPr>
            <p:ph idx="1"/>
          </p:nvPr>
        </p:nvSpPr>
        <p:spPr/>
        <p:txBody>
          <a:bodyPr>
            <a:normAutofit/>
          </a:bodyPr>
          <a:lstStyle/>
          <a:p>
            <a:r>
              <a:rPr lang="es-MX" dirty="0" smtClean="0"/>
              <a:t>Preparación del ambiente de hacking</a:t>
            </a:r>
          </a:p>
          <a:p>
            <a:pPr lvl="1"/>
            <a:r>
              <a:rPr lang="es-MX" dirty="0" smtClean="0"/>
              <a:t>Acceder al sitio web de practicas</a:t>
            </a:r>
          </a:p>
          <a:p>
            <a:pPr lvl="1"/>
            <a:r>
              <a:rPr lang="es-MX" dirty="0" smtClean="0"/>
              <a:t>Instalar la herramienta de captura de trafico y proxy</a:t>
            </a:r>
            <a:endParaRPr lang="en-US" dirty="0"/>
          </a:p>
        </p:txBody>
      </p:sp>
      <p:sp>
        <p:nvSpPr>
          <p:cNvPr id="4" name="CuadroTexto 3"/>
          <p:cNvSpPr txBox="1"/>
          <p:nvPr/>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5" name="Imagen 4"/>
          <p:cNvPicPr>
            <a:picLocks noChangeAspect="1"/>
          </p:cNvPicPr>
          <p:nvPr/>
        </p:nvPicPr>
        <p:blipFill>
          <a:blip r:embed="rId2"/>
          <a:stretch>
            <a:fillRect/>
          </a:stretch>
        </p:blipFill>
        <p:spPr>
          <a:xfrm>
            <a:off x="8128929" y="4121833"/>
            <a:ext cx="3858654" cy="1828801"/>
          </a:xfrm>
          <a:prstGeom prst="rect">
            <a:avLst/>
          </a:prstGeom>
        </p:spPr>
      </p:pic>
    </p:spTree>
    <p:extLst>
      <p:ext uri="{BB962C8B-B14F-4D97-AF65-F5344CB8AC3E}">
        <p14:creationId xmlns:p14="http://schemas.microsoft.com/office/powerpoint/2010/main" val="289406149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TotalTime>
  <Words>3138</Words>
  <Application>Microsoft Office PowerPoint</Application>
  <PresentationFormat>Panorámica</PresentationFormat>
  <Paragraphs>392</Paragraphs>
  <Slides>49</Slides>
  <Notes>0</Notes>
  <HiddenSlides>0</HiddenSlides>
  <MMClips>1</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49</vt:i4>
      </vt:variant>
    </vt:vector>
  </HeadingPairs>
  <TitlesOfParts>
    <vt:vector size="57" baseType="lpstr">
      <vt:lpstr>Arial</vt:lpstr>
      <vt:lpstr>Calibri</vt:lpstr>
      <vt:lpstr>Calibri Light</vt:lpstr>
      <vt:lpstr>Monserrat</vt:lpstr>
      <vt:lpstr>Times New Roman</vt:lpstr>
      <vt:lpstr>Trebuchet MS</vt:lpstr>
      <vt:lpstr>Wingdings</vt:lpstr>
      <vt:lpstr>Tema de Office</vt:lpstr>
      <vt:lpstr>Presentación de PowerPoint</vt:lpstr>
      <vt:lpstr>Presentación de PowerPoint</vt:lpstr>
      <vt:lpstr>Seguridad de Aplicaciones Web y Apis basado en Vulnerabilidades OWASP Top 10:2025</vt:lpstr>
      <vt:lpstr>Introducción</vt:lpstr>
      <vt:lpstr>Casos reales de vulnerabilidades y su impacto</vt:lpstr>
      <vt:lpstr>Casos reales de vulnerabilidades y su impacto 2020</vt:lpstr>
      <vt:lpstr>2023 Que otros ataque podrían ocurrir</vt:lpstr>
      <vt:lpstr>Problemática de las aplicaciones inseguras</vt:lpstr>
      <vt:lpstr>Derribando mitos</vt:lpstr>
      <vt:lpstr>¿Se pueden detener los ataques?</vt:lpstr>
      <vt:lpstr>Tipos de Ataques</vt:lpstr>
      <vt:lpstr>Participación de Seguridad Informática en el desarrollo del software</vt:lpstr>
      <vt:lpstr>Introducción a la seguridad en el SDLC</vt:lpstr>
      <vt:lpstr>La Seguridad y el SDLC</vt:lpstr>
      <vt:lpstr>Tendencia Actual</vt:lpstr>
      <vt:lpstr>Seguridad en el análisis de requerimientos</vt:lpstr>
      <vt:lpstr>Seguridad en el análisis de requerimientos</vt:lpstr>
      <vt:lpstr>Seguridad en el Diseño</vt:lpstr>
      <vt:lpstr>Seguridad en el Diseño</vt:lpstr>
      <vt:lpstr>Seguridad en el Diseño</vt:lpstr>
      <vt:lpstr>Seguridad en el Diseño</vt:lpstr>
      <vt:lpstr>Seguridad en el Diseño</vt:lpstr>
      <vt:lpstr>Seguridad en el Diseño</vt:lpstr>
      <vt:lpstr>Seguridad en la codificación</vt:lpstr>
      <vt:lpstr>Buenas prácticas para una codificación segura</vt:lpstr>
      <vt:lpstr>Testing de seguridad</vt:lpstr>
      <vt:lpstr>Testing de seguridad</vt:lpstr>
      <vt:lpstr>Testing de seguridad</vt:lpstr>
      <vt:lpstr>Testing de seguridad</vt:lpstr>
      <vt:lpstr>Seguridad en la Implementación</vt:lpstr>
      <vt:lpstr>Recomendaciones</vt:lpstr>
      <vt:lpstr>A00 Introduction</vt:lpstr>
      <vt:lpstr>The OWASP Top 10</vt:lpstr>
      <vt:lpstr>Why OWASP Top 10</vt:lpstr>
      <vt:lpstr>Top 10 Web Application Security Risks</vt:lpstr>
      <vt:lpstr>A01 Broken Access Control</vt:lpstr>
      <vt:lpstr>A02 Cryptographic Failures</vt:lpstr>
      <vt:lpstr>A03 Injection</vt:lpstr>
      <vt:lpstr>A04 Insecure Design</vt:lpstr>
      <vt:lpstr>A05 Security Misconfiguration</vt:lpstr>
      <vt:lpstr>A06 Vulnerable and Outdated Components</vt:lpstr>
      <vt:lpstr>A07 Identification and Authentication Failures</vt:lpstr>
      <vt:lpstr>A08 Software and Data Integrity Failures</vt:lpstr>
      <vt:lpstr>A09 Security Logging and Monitoring Failures</vt:lpstr>
      <vt:lpstr>A10 Server Side Request Forgery (SSRF)</vt:lpstr>
      <vt:lpstr>OWASP Top 10 2017 vs 2021</vt:lpstr>
      <vt:lpstr>OWASP Top 10 2017 vs 2021</vt:lpstr>
      <vt:lpstr>Referencias</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18</cp:revision>
  <dcterms:created xsi:type="dcterms:W3CDTF">2023-10-31T14:58:50Z</dcterms:created>
  <dcterms:modified xsi:type="dcterms:W3CDTF">2026-10-19T22:15:34Z</dcterms:modified>
</cp:coreProperties>
</file>